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4.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4" r:id="rId1"/>
    <p:sldMasterId id="2147483670" r:id="rId2"/>
    <p:sldMasterId id="2147483672" r:id="rId3"/>
    <p:sldMasterId id="2147483685" r:id="rId4"/>
    <p:sldMasterId id="2147483697" r:id="rId5"/>
  </p:sldMasterIdLst>
  <p:sldIdLst>
    <p:sldId id="256" r:id="rId6"/>
    <p:sldId id="257" r:id="rId7"/>
    <p:sldId id="260" r:id="rId8"/>
    <p:sldId id="280" r:id="rId9"/>
    <p:sldId id="281" r:id="rId10"/>
    <p:sldId id="268" r:id="rId11"/>
    <p:sldId id="269" r:id="rId12"/>
    <p:sldId id="283" r:id="rId13"/>
    <p:sldId id="270" r:id="rId14"/>
    <p:sldId id="271" r:id="rId15"/>
    <p:sldId id="282" r:id="rId16"/>
    <p:sldId id="272" r:id="rId17"/>
    <p:sldId id="273" r:id="rId18"/>
    <p:sldId id="285" r:id="rId19"/>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300"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_1_1_1_1_2_1">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13335" y="601724"/>
            <a:ext cx="6477805" cy="1906073"/>
          </a:xfrm>
        </p:spPr>
        <p:txBody>
          <a:bodyPr bIns="0" anchor="b">
            <a:normAutofit/>
          </a:bodyPr>
          <a:lstStyle>
            <a:lvl1pPr algn="l">
              <a:defRPr sz="4950"/>
            </a:lvl1pPr>
          </a:lstStyle>
          <a:p>
            <a:r>
              <a:rPr lang="en-US"/>
              <a:t>Click to edit Master title style</a:t>
            </a:r>
            <a:endParaRPr lang="en-US" dirty="0"/>
          </a:p>
        </p:txBody>
      </p:sp>
      <p:sp>
        <p:nvSpPr>
          <p:cNvPr id="3" name="Subtitle 2"/>
          <p:cNvSpPr>
            <a:spLocks noGrp="1"/>
          </p:cNvSpPr>
          <p:nvPr>
            <p:ph type="subTitle" idx="1"/>
          </p:nvPr>
        </p:nvSpPr>
        <p:spPr>
          <a:xfrm>
            <a:off x="1813335" y="2648403"/>
            <a:ext cx="6477804" cy="733216"/>
          </a:xfrm>
        </p:spPr>
        <p:txBody>
          <a:bodyPr tIns="91440" bIns="91440">
            <a:normAutofit/>
          </a:bodyPr>
          <a:lstStyle>
            <a:lvl1pPr marL="0" indent="0" algn="l">
              <a:buNone/>
              <a:defRPr sz="1350" b="0" cap="all" baseline="0">
                <a:solidFill>
                  <a:schemeClr val="tx1"/>
                </a:solidFill>
              </a:defRPr>
            </a:lvl1pPr>
            <a:lvl2pPr marL="342900" indent="0" algn="ctr">
              <a:buNone/>
              <a:defRPr sz="135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4/6/2025</a:t>
            </a:fld>
            <a:endParaRPr lang="en-US" dirty="0"/>
          </a:p>
        </p:txBody>
      </p:sp>
      <p:sp>
        <p:nvSpPr>
          <p:cNvPr id="5" name="Footer Placeholder 4"/>
          <p:cNvSpPr>
            <a:spLocks noGrp="1"/>
          </p:cNvSpPr>
          <p:nvPr>
            <p:ph type="ftr" sz="quarter" idx="11"/>
          </p:nvPr>
        </p:nvSpPr>
        <p:spPr>
          <a:xfrm>
            <a:off x="1812376" y="246981"/>
            <a:ext cx="3730436" cy="231901"/>
          </a:xfrm>
        </p:spPr>
        <p:txBody>
          <a:bodyPr/>
          <a:lstStyle/>
          <a:p>
            <a:endParaRPr lang="en-US" dirty="0"/>
          </a:p>
        </p:txBody>
      </p:sp>
      <p:sp>
        <p:nvSpPr>
          <p:cNvPr id="6" name="Slide Number Placeholder 5"/>
          <p:cNvSpPr>
            <a:spLocks noGrp="1"/>
          </p:cNvSpPr>
          <p:nvPr>
            <p:ph type="sldNum" sz="quarter" idx="12"/>
          </p:nvPr>
        </p:nvSpPr>
        <p:spPr>
          <a:xfrm>
            <a:off x="1078249" y="599230"/>
            <a:ext cx="608264" cy="377684"/>
          </a:xfrm>
        </p:spPr>
        <p:txBody>
          <a:bodyPr/>
          <a:lstStyle/>
          <a:p>
            <a:fld id="{6D22F896-40B5-4ADD-8801-0D06FADFA095}" type="slidenum">
              <a:rPr lang="en-US" dirty="0"/>
              <a:t>‹#›</a:t>
            </a:fld>
            <a:endParaRPr lang="en-US" dirty="0"/>
          </a:p>
        </p:txBody>
      </p:sp>
      <p:cxnSp>
        <p:nvCxnSpPr>
          <p:cNvPr id="15" name="Straight Connector 14"/>
          <p:cNvCxnSpPr/>
          <p:nvPr/>
        </p:nvCxnSpPr>
        <p:spPr>
          <a:xfrm>
            <a:off x="1813335" y="2646407"/>
            <a:ext cx="647780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69911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95287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90679" y="1317097"/>
            <a:ext cx="6482366" cy="1415963"/>
          </a:xfrm>
        </p:spPr>
        <p:txBody>
          <a:bodyPr anchor="b">
            <a:normAutofit/>
          </a:bodyPr>
          <a:lstStyle>
            <a:lvl1pPr algn="l">
              <a:defRPr sz="2700"/>
            </a:lvl1pPr>
          </a:lstStyle>
          <a:p>
            <a:r>
              <a:rPr lang="en-US"/>
              <a:t>Click to edit Master title style</a:t>
            </a:r>
            <a:endParaRPr lang="en-US" dirty="0"/>
          </a:p>
        </p:txBody>
      </p:sp>
      <p:sp>
        <p:nvSpPr>
          <p:cNvPr id="3" name="Text Placeholder 2"/>
          <p:cNvSpPr>
            <a:spLocks noGrp="1"/>
          </p:cNvSpPr>
          <p:nvPr>
            <p:ph type="body" idx="1"/>
          </p:nvPr>
        </p:nvSpPr>
        <p:spPr>
          <a:xfrm>
            <a:off x="1090679" y="2854647"/>
            <a:ext cx="6472835" cy="759697"/>
          </a:xfrm>
        </p:spPr>
        <p:txBody>
          <a:bodyPr tIns="91440">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4/6/2025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090679" y="2853739"/>
            <a:ext cx="64728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99662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86913" y="603667"/>
            <a:ext cx="7204226" cy="79447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85498" y="1508159"/>
            <a:ext cx="3483864" cy="25864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0328" y="1513007"/>
            <a:ext cx="3483864" cy="2581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22353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85394" y="603123"/>
            <a:ext cx="7205746" cy="79223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85393" y="1514662"/>
            <a:ext cx="3483864" cy="601457"/>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085393" y="2118202"/>
            <a:ext cx="3483864" cy="19833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09272" y="1517253"/>
            <a:ext cx="3483864" cy="601678"/>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09272" y="2116119"/>
            <a:ext cx="3483864" cy="19780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982460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32357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774152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3504" y="599230"/>
            <a:ext cx="2454824" cy="1685338"/>
          </a:xfrm>
        </p:spPr>
        <p:txBody>
          <a:bodyPr anchor="b">
            <a:normAutofit/>
          </a:bodyPr>
          <a:lstStyle>
            <a:lvl1pPr algn="l">
              <a:defRPr sz="1800"/>
            </a:lvl1pPr>
          </a:lstStyle>
          <a:p>
            <a:r>
              <a:rPr lang="en-US"/>
              <a:t>Click to edit Master title style</a:t>
            </a:r>
            <a:endParaRPr lang="en-US" dirty="0"/>
          </a:p>
        </p:txBody>
      </p:sp>
      <p:sp>
        <p:nvSpPr>
          <p:cNvPr id="3" name="Content Placeholder 2"/>
          <p:cNvSpPr>
            <a:spLocks noGrp="1"/>
          </p:cNvSpPr>
          <p:nvPr>
            <p:ph idx="1"/>
          </p:nvPr>
        </p:nvSpPr>
        <p:spPr>
          <a:xfrm>
            <a:off x="3782785" y="599230"/>
            <a:ext cx="4509353" cy="349412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83504" y="2404119"/>
            <a:ext cx="2456260" cy="1686136"/>
          </a:xfrm>
        </p:spPr>
        <p:txBody>
          <a:bodyPr/>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086210" y="2404118"/>
            <a:ext cx="245211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0791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5608041" y="361628"/>
            <a:ext cx="3055900" cy="3861826"/>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088405" y="847135"/>
            <a:ext cx="4149246" cy="1372938"/>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3292" y="841907"/>
            <a:ext cx="2093378" cy="2899745"/>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087747" y="2359494"/>
            <a:ext cx="4143303" cy="1502807"/>
          </a:xfrm>
        </p:spPr>
        <p:txBody>
          <a:bodyPr>
            <a:normAutofit/>
          </a:bodyPr>
          <a:lstStyle>
            <a:lvl1pPr marL="0" indent="0" algn="l">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085537" y="4102393"/>
            <a:ext cx="4145513" cy="240092"/>
          </a:xfrm>
        </p:spPr>
        <p:txBody>
          <a:bodyPr/>
          <a:lstStyle>
            <a:lvl1pPr algn="l">
              <a:defRPr/>
            </a:lvl1pPr>
          </a:lstStyle>
          <a:p>
            <a:fld id="{48A87A34-81AB-432B-8DAE-1953F412C126}" type="datetimeFigureOut">
              <a:rPr lang="en-US" dirty="0"/>
              <a:pPr/>
              <a:t>4/6/2025</a:t>
            </a:fld>
            <a:endParaRPr lang="en-US" dirty="0"/>
          </a:p>
        </p:txBody>
      </p:sp>
      <p:sp>
        <p:nvSpPr>
          <p:cNvPr id="6" name="Footer Placeholder 5"/>
          <p:cNvSpPr>
            <a:spLocks noGrp="1"/>
          </p:cNvSpPr>
          <p:nvPr>
            <p:ph type="ftr" sz="quarter" idx="11"/>
          </p:nvPr>
        </p:nvSpPr>
        <p:spPr>
          <a:xfrm>
            <a:off x="1085537" y="238981"/>
            <a:ext cx="4155753" cy="240698"/>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085537" y="2357704"/>
            <a:ext cx="414551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826203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653458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9333" y="599230"/>
            <a:ext cx="1211807" cy="3494917"/>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83504" y="599230"/>
            <a:ext cx="5871623" cy="34949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7079333" y="599230"/>
            <a:ext cx="0" cy="3494917"/>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14742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2" name="PlaceHolder 1"/>
          <p:cNvSpPr>
            <a:spLocks noGrp="1"/>
          </p:cNvSpPr>
          <p:nvPr>
            <p:ph type="title"/>
          </p:nvPr>
        </p:nvSpPr>
        <p:spPr>
          <a:xfrm>
            <a:off x="4015800" y="813240"/>
            <a:ext cx="4414320" cy="96012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3" name="PlaceHolder 2"/>
          <p:cNvSpPr>
            <a:spLocks noGrp="1"/>
          </p:cNvSpPr>
          <p:nvPr>
            <p:ph type="subTitle"/>
          </p:nvPr>
        </p:nvSpPr>
        <p:spPr>
          <a:xfrm>
            <a:off x="0" y="0"/>
            <a:ext cx="3097800" cy="514332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OpenSymbol"/>
            </a:endParaRPr>
          </a:p>
        </p:txBody>
      </p:sp>
    </p:spTree>
    <p:extLst>
      <p:ext uri="{BB962C8B-B14F-4D97-AF65-F5344CB8AC3E}">
        <p14:creationId xmlns:p14="http://schemas.microsoft.com/office/powerpoint/2010/main" val="4945335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13335" y="601724"/>
            <a:ext cx="6477805" cy="1906073"/>
          </a:xfrm>
        </p:spPr>
        <p:txBody>
          <a:bodyPr bIns="0" anchor="b">
            <a:normAutofit/>
          </a:bodyPr>
          <a:lstStyle>
            <a:lvl1pPr algn="l">
              <a:defRPr sz="4950"/>
            </a:lvl1pPr>
          </a:lstStyle>
          <a:p>
            <a:r>
              <a:rPr lang="en-US"/>
              <a:t>Click to edit Master title style</a:t>
            </a:r>
            <a:endParaRPr lang="en-US" dirty="0"/>
          </a:p>
        </p:txBody>
      </p:sp>
      <p:sp>
        <p:nvSpPr>
          <p:cNvPr id="3" name="Subtitle 2"/>
          <p:cNvSpPr>
            <a:spLocks noGrp="1"/>
          </p:cNvSpPr>
          <p:nvPr>
            <p:ph type="subTitle" idx="1"/>
          </p:nvPr>
        </p:nvSpPr>
        <p:spPr>
          <a:xfrm>
            <a:off x="1813335" y="2648403"/>
            <a:ext cx="6477804" cy="733216"/>
          </a:xfrm>
        </p:spPr>
        <p:txBody>
          <a:bodyPr tIns="91440" bIns="91440">
            <a:normAutofit/>
          </a:bodyPr>
          <a:lstStyle>
            <a:lvl1pPr marL="0" indent="0" algn="l">
              <a:buNone/>
              <a:defRPr sz="1350" b="0" cap="all" baseline="0">
                <a:solidFill>
                  <a:schemeClr val="tx1"/>
                </a:solidFill>
              </a:defRPr>
            </a:lvl1pPr>
            <a:lvl2pPr marL="342900" indent="0" algn="ctr">
              <a:buNone/>
              <a:defRPr sz="135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4/6/2025</a:t>
            </a:fld>
            <a:endParaRPr lang="en-US" dirty="0"/>
          </a:p>
        </p:txBody>
      </p:sp>
      <p:sp>
        <p:nvSpPr>
          <p:cNvPr id="5" name="Footer Placeholder 4"/>
          <p:cNvSpPr>
            <a:spLocks noGrp="1"/>
          </p:cNvSpPr>
          <p:nvPr>
            <p:ph type="ftr" sz="quarter" idx="11"/>
          </p:nvPr>
        </p:nvSpPr>
        <p:spPr>
          <a:xfrm>
            <a:off x="1812376" y="246981"/>
            <a:ext cx="3730436" cy="231901"/>
          </a:xfrm>
        </p:spPr>
        <p:txBody>
          <a:bodyPr/>
          <a:lstStyle/>
          <a:p>
            <a:endParaRPr lang="en-US" dirty="0"/>
          </a:p>
        </p:txBody>
      </p:sp>
      <p:sp>
        <p:nvSpPr>
          <p:cNvPr id="6" name="Slide Number Placeholder 5"/>
          <p:cNvSpPr>
            <a:spLocks noGrp="1"/>
          </p:cNvSpPr>
          <p:nvPr>
            <p:ph type="sldNum" sz="quarter" idx="12"/>
          </p:nvPr>
        </p:nvSpPr>
        <p:spPr>
          <a:xfrm>
            <a:off x="1078249" y="599230"/>
            <a:ext cx="608264" cy="377684"/>
          </a:xfrm>
        </p:spPr>
        <p:txBody>
          <a:bodyPr/>
          <a:lstStyle/>
          <a:p>
            <a:fld id="{6D22F896-40B5-4ADD-8801-0D06FADFA095}" type="slidenum">
              <a:rPr lang="en-US" dirty="0"/>
              <a:t>‹#›</a:t>
            </a:fld>
            <a:endParaRPr lang="en-US" dirty="0"/>
          </a:p>
        </p:txBody>
      </p:sp>
      <p:cxnSp>
        <p:nvCxnSpPr>
          <p:cNvPr id="15" name="Straight Connector 14"/>
          <p:cNvCxnSpPr/>
          <p:nvPr/>
        </p:nvCxnSpPr>
        <p:spPr>
          <a:xfrm>
            <a:off x="1813335" y="2646407"/>
            <a:ext cx="647780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646707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129166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90679" y="1317097"/>
            <a:ext cx="6482366" cy="1415963"/>
          </a:xfrm>
        </p:spPr>
        <p:txBody>
          <a:bodyPr anchor="b">
            <a:normAutofit/>
          </a:bodyPr>
          <a:lstStyle>
            <a:lvl1pPr algn="l">
              <a:defRPr sz="2700"/>
            </a:lvl1pPr>
          </a:lstStyle>
          <a:p>
            <a:r>
              <a:rPr lang="en-US"/>
              <a:t>Click to edit Master title style</a:t>
            </a:r>
            <a:endParaRPr lang="en-US" dirty="0"/>
          </a:p>
        </p:txBody>
      </p:sp>
      <p:sp>
        <p:nvSpPr>
          <p:cNvPr id="3" name="Text Placeholder 2"/>
          <p:cNvSpPr>
            <a:spLocks noGrp="1"/>
          </p:cNvSpPr>
          <p:nvPr>
            <p:ph type="body" idx="1"/>
          </p:nvPr>
        </p:nvSpPr>
        <p:spPr>
          <a:xfrm>
            <a:off x="1090679" y="2854647"/>
            <a:ext cx="6472835" cy="759697"/>
          </a:xfrm>
        </p:spPr>
        <p:txBody>
          <a:bodyPr tIns="91440">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4/6/2025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090679" y="2853739"/>
            <a:ext cx="64728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328999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86913" y="603667"/>
            <a:ext cx="7204226" cy="79447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85498" y="1508159"/>
            <a:ext cx="3483864" cy="25864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0328" y="1513007"/>
            <a:ext cx="3483864" cy="2581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074557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85394" y="603123"/>
            <a:ext cx="7205746" cy="79223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85393" y="1514662"/>
            <a:ext cx="3483864" cy="601457"/>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085393" y="2118202"/>
            <a:ext cx="3483864" cy="19833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09272" y="1517253"/>
            <a:ext cx="3483864" cy="601678"/>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09272" y="2116119"/>
            <a:ext cx="3483864" cy="19780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033800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273771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35139251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3504" y="599230"/>
            <a:ext cx="2454824" cy="1685338"/>
          </a:xfrm>
        </p:spPr>
        <p:txBody>
          <a:bodyPr anchor="b">
            <a:normAutofit/>
          </a:bodyPr>
          <a:lstStyle>
            <a:lvl1pPr algn="l">
              <a:defRPr sz="1800"/>
            </a:lvl1pPr>
          </a:lstStyle>
          <a:p>
            <a:r>
              <a:rPr lang="en-US"/>
              <a:t>Click to edit Master title style</a:t>
            </a:r>
            <a:endParaRPr lang="en-US" dirty="0"/>
          </a:p>
        </p:txBody>
      </p:sp>
      <p:sp>
        <p:nvSpPr>
          <p:cNvPr id="3" name="Content Placeholder 2"/>
          <p:cNvSpPr>
            <a:spLocks noGrp="1"/>
          </p:cNvSpPr>
          <p:nvPr>
            <p:ph idx="1"/>
          </p:nvPr>
        </p:nvSpPr>
        <p:spPr>
          <a:xfrm>
            <a:off x="3782785" y="599230"/>
            <a:ext cx="4509353" cy="349412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83504" y="2404119"/>
            <a:ext cx="2456260" cy="1686136"/>
          </a:xfrm>
        </p:spPr>
        <p:txBody>
          <a:bodyPr/>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086210" y="2404118"/>
            <a:ext cx="245211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4343756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5608041" y="361628"/>
            <a:ext cx="3055900" cy="3861826"/>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088405" y="847135"/>
            <a:ext cx="4149246" cy="1372938"/>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3292" y="841907"/>
            <a:ext cx="2093378" cy="2899745"/>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087747" y="2359494"/>
            <a:ext cx="4143303" cy="1502807"/>
          </a:xfrm>
        </p:spPr>
        <p:txBody>
          <a:bodyPr>
            <a:normAutofit/>
          </a:bodyPr>
          <a:lstStyle>
            <a:lvl1pPr marL="0" indent="0" algn="l">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085537" y="4102393"/>
            <a:ext cx="4145513" cy="240092"/>
          </a:xfrm>
        </p:spPr>
        <p:txBody>
          <a:bodyPr/>
          <a:lstStyle>
            <a:lvl1pPr algn="l">
              <a:defRPr/>
            </a:lvl1pPr>
          </a:lstStyle>
          <a:p>
            <a:fld id="{48A87A34-81AB-432B-8DAE-1953F412C126}" type="datetimeFigureOut">
              <a:rPr lang="en-US" dirty="0"/>
              <a:pPr/>
              <a:t>4/6/2025</a:t>
            </a:fld>
            <a:endParaRPr lang="en-US" dirty="0"/>
          </a:p>
        </p:txBody>
      </p:sp>
      <p:sp>
        <p:nvSpPr>
          <p:cNvPr id="6" name="Footer Placeholder 5"/>
          <p:cNvSpPr>
            <a:spLocks noGrp="1"/>
          </p:cNvSpPr>
          <p:nvPr>
            <p:ph type="ftr" sz="quarter" idx="11"/>
          </p:nvPr>
        </p:nvSpPr>
        <p:spPr>
          <a:xfrm>
            <a:off x="1085537" y="238981"/>
            <a:ext cx="4155753" cy="240698"/>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085537" y="2357704"/>
            <a:ext cx="414551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881896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576558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9333" y="599230"/>
            <a:ext cx="1211807" cy="3494917"/>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83504" y="599230"/>
            <a:ext cx="5871623" cy="34949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7079333" y="599230"/>
            <a:ext cx="0" cy="3494917"/>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8318955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13335" y="601724"/>
            <a:ext cx="6477805" cy="1906073"/>
          </a:xfrm>
        </p:spPr>
        <p:txBody>
          <a:bodyPr bIns="0" anchor="b">
            <a:normAutofit/>
          </a:bodyPr>
          <a:lstStyle>
            <a:lvl1pPr algn="l">
              <a:defRPr sz="4950"/>
            </a:lvl1pPr>
          </a:lstStyle>
          <a:p>
            <a:r>
              <a:rPr lang="en-US"/>
              <a:t>Click to edit Master title style</a:t>
            </a:r>
            <a:endParaRPr lang="en-US" dirty="0"/>
          </a:p>
        </p:txBody>
      </p:sp>
      <p:sp>
        <p:nvSpPr>
          <p:cNvPr id="3" name="Subtitle 2"/>
          <p:cNvSpPr>
            <a:spLocks noGrp="1"/>
          </p:cNvSpPr>
          <p:nvPr>
            <p:ph type="subTitle" idx="1"/>
          </p:nvPr>
        </p:nvSpPr>
        <p:spPr>
          <a:xfrm>
            <a:off x="1813335" y="2648403"/>
            <a:ext cx="6477804" cy="733216"/>
          </a:xfrm>
        </p:spPr>
        <p:txBody>
          <a:bodyPr tIns="91440" bIns="91440">
            <a:normAutofit/>
          </a:bodyPr>
          <a:lstStyle>
            <a:lvl1pPr marL="0" indent="0" algn="l">
              <a:buNone/>
              <a:defRPr sz="1350" b="0" cap="all" baseline="0">
                <a:solidFill>
                  <a:schemeClr val="tx1"/>
                </a:solidFill>
              </a:defRPr>
            </a:lvl1pPr>
            <a:lvl2pPr marL="342900" indent="0" algn="ctr">
              <a:buNone/>
              <a:defRPr sz="135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4/6/2025</a:t>
            </a:fld>
            <a:endParaRPr lang="en-US" dirty="0"/>
          </a:p>
        </p:txBody>
      </p:sp>
      <p:sp>
        <p:nvSpPr>
          <p:cNvPr id="5" name="Footer Placeholder 4"/>
          <p:cNvSpPr>
            <a:spLocks noGrp="1"/>
          </p:cNvSpPr>
          <p:nvPr>
            <p:ph type="ftr" sz="quarter" idx="11"/>
          </p:nvPr>
        </p:nvSpPr>
        <p:spPr>
          <a:xfrm>
            <a:off x="1812376" y="246981"/>
            <a:ext cx="3730436" cy="231901"/>
          </a:xfrm>
        </p:spPr>
        <p:txBody>
          <a:bodyPr/>
          <a:lstStyle/>
          <a:p>
            <a:endParaRPr lang="en-US" dirty="0"/>
          </a:p>
        </p:txBody>
      </p:sp>
      <p:sp>
        <p:nvSpPr>
          <p:cNvPr id="6" name="Slide Number Placeholder 5"/>
          <p:cNvSpPr>
            <a:spLocks noGrp="1"/>
          </p:cNvSpPr>
          <p:nvPr>
            <p:ph type="sldNum" sz="quarter" idx="12"/>
          </p:nvPr>
        </p:nvSpPr>
        <p:spPr>
          <a:xfrm>
            <a:off x="1078249" y="599230"/>
            <a:ext cx="608264" cy="377684"/>
          </a:xfrm>
        </p:spPr>
        <p:txBody>
          <a:bodyPr/>
          <a:lstStyle/>
          <a:p>
            <a:fld id="{6D22F896-40B5-4ADD-8801-0D06FADFA095}" type="slidenum">
              <a:rPr lang="en-US" dirty="0"/>
              <a:t>‹#›</a:t>
            </a:fld>
            <a:endParaRPr lang="en-US" dirty="0"/>
          </a:p>
        </p:txBody>
      </p:sp>
      <p:cxnSp>
        <p:nvCxnSpPr>
          <p:cNvPr id="15" name="Straight Connector 14"/>
          <p:cNvCxnSpPr/>
          <p:nvPr/>
        </p:nvCxnSpPr>
        <p:spPr>
          <a:xfrm>
            <a:off x="1813335" y="2646407"/>
            <a:ext cx="647780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586355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40348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90679" y="1317097"/>
            <a:ext cx="6482366" cy="1415963"/>
          </a:xfrm>
        </p:spPr>
        <p:txBody>
          <a:bodyPr anchor="b">
            <a:normAutofit/>
          </a:bodyPr>
          <a:lstStyle>
            <a:lvl1pPr algn="l">
              <a:defRPr sz="2700"/>
            </a:lvl1pPr>
          </a:lstStyle>
          <a:p>
            <a:r>
              <a:rPr lang="en-US"/>
              <a:t>Click to edit Master title style</a:t>
            </a:r>
            <a:endParaRPr lang="en-US" dirty="0"/>
          </a:p>
        </p:txBody>
      </p:sp>
      <p:sp>
        <p:nvSpPr>
          <p:cNvPr id="3" name="Text Placeholder 2"/>
          <p:cNvSpPr>
            <a:spLocks noGrp="1"/>
          </p:cNvSpPr>
          <p:nvPr>
            <p:ph type="body" idx="1"/>
          </p:nvPr>
        </p:nvSpPr>
        <p:spPr>
          <a:xfrm>
            <a:off x="1090679" y="2854647"/>
            <a:ext cx="6472835" cy="759697"/>
          </a:xfrm>
        </p:spPr>
        <p:txBody>
          <a:bodyPr tIns="91440">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4/6/2025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090679" y="2853739"/>
            <a:ext cx="64728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451569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86913" y="603667"/>
            <a:ext cx="7204226" cy="79447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85498" y="1508159"/>
            <a:ext cx="3483864" cy="25864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0328" y="1513007"/>
            <a:ext cx="3483864" cy="25811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504043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85394" y="603123"/>
            <a:ext cx="7205746" cy="79223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85393" y="1514662"/>
            <a:ext cx="3483864" cy="601457"/>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085393" y="2118202"/>
            <a:ext cx="3483864" cy="19833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09272" y="1517253"/>
            <a:ext cx="3483864" cy="601678"/>
          </a:xfrm>
        </p:spPr>
        <p:txBody>
          <a:bodyPr anchor="b">
            <a:normAutofit/>
          </a:bodyPr>
          <a:lstStyle>
            <a:lvl1pPr marL="0" indent="0">
              <a:lnSpc>
                <a:spcPct val="100000"/>
              </a:lnSpc>
              <a:buNone/>
              <a:defRPr sz="165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09272" y="2116119"/>
            <a:ext cx="3483864" cy="19780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894879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131005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16378116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3504" y="599230"/>
            <a:ext cx="2454824" cy="1685338"/>
          </a:xfrm>
        </p:spPr>
        <p:txBody>
          <a:bodyPr anchor="b">
            <a:normAutofit/>
          </a:bodyPr>
          <a:lstStyle>
            <a:lvl1pPr algn="l">
              <a:defRPr sz="1800"/>
            </a:lvl1pPr>
          </a:lstStyle>
          <a:p>
            <a:r>
              <a:rPr lang="en-US"/>
              <a:t>Click to edit Master title style</a:t>
            </a:r>
            <a:endParaRPr lang="en-US" dirty="0"/>
          </a:p>
        </p:txBody>
      </p:sp>
      <p:sp>
        <p:nvSpPr>
          <p:cNvPr id="3" name="Content Placeholder 2"/>
          <p:cNvSpPr>
            <a:spLocks noGrp="1"/>
          </p:cNvSpPr>
          <p:nvPr>
            <p:ph idx="1"/>
          </p:nvPr>
        </p:nvSpPr>
        <p:spPr>
          <a:xfrm>
            <a:off x="3782785" y="599230"/>
            <a:ext cx="4509353" cy="349412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83504" y="2404119"/>
            <a:ext cx="2456260" cy="1686136"/>
          </a:xfrm>
        </p:spPr>
        <p:txBody>
          <a:bodyPr/>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086210" y="2404118"/>
            <a:ext cx="245211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8090830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5608041" y="361628"/>
            <a:ext cx="3055900" cy="3861826"/>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088405" y="847135"/>
            <a:ext cx="4149246" cy="1372938"/>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3292" y="841907"/>
            <a:ext cx="2093378" cy="2899745"/>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087747" y="2359494"/>
            <a:ext cx="4143303" cy="1502807"/>
          </a:xfrm>
        </p:spPr>
        <p:txBody>
          <a:bodyPr>
            <a:normAutofit/>
          </a:bodyPr>
          <a:lstStyle>
            <a:lvl1pPr marL="0" indent="0" algn="l">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085537" y="4102393"/>
            <a:ext cx="4145513" cy="240092"/>
          </a:xfrm>
        </p:spPr>
        <p:txBody>
          <a:bodyPr/>
          <a:lstStyle>
            <a:lvl1pPr algn="l">
              <a:defRPr/>
            </a:lvl1pPr>
          </a:lstStyle>
          <a:p>
            <a:fld id="{48A87A34-81AB-432B-8DAE-1953F412C126}" type="datetimeFigureOut">
              <a:rPr lang="en-US" dirty="0"/>
              <a:pPr/>
              <a:t>4/6/2025</a:t>
            </a:fld>
            <a:endParaRPr lang="en-US" dirty="0"/>
          </a:p>
        </p:txBody>
      </p:sp>
      <p:sp>
        <p:nvSpPr>
          <p:cNvPr id="6" name="Footer Placeholder 5"/>
          <p:cNvSpPr>
            <a:spLocks noGrp="1"/>
          </p:cNvSpPr>
          <p:nvPr>
            <p:ph type="ftr" sz="quarter" idx="11"/>
          </p:nvPr>
        </p:nvSpPr>
        <p:spPr>
          <a:xfrm>
            <a:off x="1085537" y="238981"/>
            <a:ext cx="4155753" cy="240698"/>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085537" y="2357704"/>
            <a:ext cx="414551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4622514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090422" y="1385316"/>
            <a:ext cx="720564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150002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79333" y="599230"/>
            <a:ext cx="1211807" cy="3494917"/>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83504" y="599230"/>
            <a:ext cx="5871623" cy="34949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7079333" y="599230"/>
            <a:ext cx="0" cy="3494917"/>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221819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3.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image" Target="../media/image1.jpe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4.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image" Target="../media/image1.jpeg"/><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5.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2932200" y="444960"/>
            <a:ext cx="5395320" cy="664920"/>
          </a:xfrm>
          <a:prstGeom prst="rect">
            <a:avLst/>
          </a:prstGeom>
          <a:noFill/>
          <a:ln w="0">
            <a:noFill/>
          </a:ln>
        </p:spPr>
        <p:txBody>
          <a:bodyPr lIns="91440" tIns="91440" rIns="91440" bIns="91440" anchor="t">
            <a:noAutofit/>
          </a:bodyPr>
          <a:lstStyle/>
          <a:p>
            <a:pPr indent="0">
              <a:buNone/>
            </a:pPr>
            <a:r>
              <a:rPr lang="fr-FR" sz="3000" b="0" strike="noStrike" spc="-1">
                <a:solidFill>
                  <a:schemeClr val="dk1"/>
                </a:solidFill>
                <a:latin typeface="Arial"/>
              </a:rPr>
              <a:t>Click to edit the title text format</a:t>
            </a:r>
          </a:p>
        </p:txBody>
      </p:sp>
      <p:sp>
        <p:nvSpPr>
          <p:cNvPr id="6" name="PlaceHolder 2"/>
          <p:cNvSpPr>
            <a:spLocks noGrp="1"/>
          </p:cNvSpPr>
          <p:nvPr>
            <p:ph type="title"/>
          </p:nvPr>
        </p:nvSpPr>
        <p:spPr>
          <a:xfrm>
            <a:off x="3428640" y="1499040"/>
            <a:ext cx="816840" cy="403560"/>
          </a:xfrm>
          <a:prstGeom prst="rect">
            <a:avLst/>
          </a:prstGeom>
          <a:noFill/>
          <a:ln w="0">
            <a:noFill/>
          </a:ln>
        </p:spPr>
        <p:txBody>
          <a:bodyPr lIns="91440" tIns="91440" rIns="91440" bIns="91440" anchor="ctr">
            <a:noAutofit/>
          </a:bodyPr>
          <a:lstStyle/>
          <a:p>
            <a:pPr indent="0" algn="ctr">
              <a:lnSpc>
                <a:spcPct val="100000"/>
              </a:lnSpc>
              <a:buNone/>
            </a:pPr>
            <a:r>
              <a:rPr lang="fr-FR" sz="2000" b="0" strike="noStrike" spc="-1">
                <a:solidFill>
                  <a:schemeClr val="lt1"/>
                </a:solidFill>
                <a:latin typeface="Syncopate"/>
                <a:ea typeface="Syncopate"/>
              </a:rPr>
              <a:t>xx%</a:t>
            </a:r>
            <a:endParaRPr lang="fr-FR" sz="2000" b="0" strike="noStrike" spc="-1">
              <a:solidFill>
                <a:schemeClr val="dk1"/>
              </a:solidFill>
              <a:latin typeface="Arial"/>
            </a:endParaRPr>
          </a:p>
        </p:txBody>
      </p:sp>
      <p:sp>
        <p:nvSpPr>
          <p:cNvPr id="7" name="PlaceHolder 3"/>
          <p:cNvSpPr>
            <a:spLocks noGrp="1"/>
          </p:cNvSpPr>
          <p:nvPr>
            <p:ph type="title"/>
          </p:nvPr>
        </p:nvSpPr>
        <p:spPr>
          <a:xfrm>
            <a:off x="3428640" y="2553480"/>
            <a:ext cx="816840" cy="403560"/>
          </a:xfrm>
          <a:prstGeom prst="rect">
            <a:avLst/>
          </a:prstGeom>
          <a:noFill/>
          <a:ln w="0">
            <a:noFill/>
          </a:ln>
        </p:spPr>
        <p:txBody>
          <a:bodyPr lIns="91440" tIns="91440" rIns="91440" bIns="91440" anchor="ctr">
            <a:noAutofit/>
          </a:bodyPr>
          <a:lstStyle/>
          <a:p>
            <a:pPr indent="0" algn="ctr">
              <a:lnSpc>
                <a:spcPct val="100000"/>
              </a:lnSpc>
              <a:buNone/>
            </a:pPr>
            <a:r>
              <a:rPr lang="fr-FR" sz="2000" b="0" strike="noStrike" spc="-1">
                <a:solidFill>
                  <a:schemeClr val="lt1"/>
                </a:solidFill>
                <a:latin typeface="Syncopate"/>
                <a:ea typeface="Syncopate"/>
              </a:rPr>
              <a:t>xx%</a:t>
            </a:r>
            <a:endParaRPr lang="fr-FR" sz="2000" b="0" strike="noStrike" spc="-1">
              <a:solidFill>
                <a:schemeClr val="dk1"/>
              </a:solidFill>
              <a:latin typeface="Arial"/>
            </a:endParaRPr>
          </a:p>
        </p:txBody>
      </p:sp>
      <p:sp>
        <p:nvSpPr>
          <p:cNvPr id="8" name="PlaceHolder 4"/>
          <p:cNvSpPr>
            <a:spLocks noGrp="1"/>
          </p:cNvSpPr>
          <p:nvPr>
            <p:ph type="title"/>
          </p:nvPr>
        </p:nvSpPr>
        <p:spPr>
          <a:xfrm>
            <a:off x="3428640" y="3607920"/>
            <a:ext cx="816840" cy="403560"/>
          </a:xfrm>
          <a:prstGeom prst="rect">
            <a:avLst/>
          </a:prstGeom>
          <a:noFill/>
          <a:ln w="0">
            <a:noFill/>
          </a:ln>
        </p:spPr>
        <p:txBody>
          <a:bodyPr lIns="91440" tIns="91440" rIns="91440" bIns="91440" anchor="ctr">
            <a:noAutofit/>
          </a:bodyPr>
          <a:lstStyle/>
          <a:p>
            <a:pPr indent="0" algn="ctr">
              <a:lnSpc>
                <a:spcPct val="100000"/>
              </a:lnSpc>
              <a:buNone/>
            </a:pPr>
            <a:r>
              <a:rPr lang="fr-FR" sz="2000" b="0" strike="noStrike" spc="-1">
                <a:solidFill>
                  <a:schemeClr val="lt1"/>
                </a:solidFill>
                <a:latin typeface="Syncopate"/>
                <a:ea typeface="Syncopate"/>
              </a:rPr>
              <a:t>xx%</a:t>
            </a:r>
            <a:endParaRPr lang="fr-FR" sz="2000" b="0" strike="noStrike" spc="-1">
              <a:solidFill>
                <a:schemeClr val="dk1"/>
              </a:solidFill>
              <a:latin typeface="Arial"/>
            </a:endParaRPr>
          </a:p>
        </p:txBody>
      </p:sp>
      <p:sp>
        <p:nvSpPr>
          <p:cNvPr id="9" name="PlaceHolder 5"/>
          <p:cNvSpPr>
            <a:spLocks noGrp="1"/>
          </p:cNvSpPr>
          <p:nvPr>
            <p:ph type="body"/>
          </p:nvPr>
        </p:nvSpPr>
        <p:spPr>
          <a:xfrm>
            <a:off x="360" y="0"/>
            <a:ext cx="3405600" cy="5143320"/>
          </a:xfrm>
          <a:prstGeom prst="rect">
            <a:avLst/>
          </a:prstGeom>
          <a:noFill/>
          <a:ln w="0">
            <a:noFill/>
          </a:ln>
        </p:spPr>
        <p:txBody>
          <a:bodyPr lIns="90000" tIns="45000" rIns="90000" bIns="45000" anchor="t">
            <a:normAutofit fontScale="93333"/>
          </a:bodyPr>
          <a:lstStyle/>
          <a:p>
            <a:pPr marL="432000" indent="-324000">
              <a:spcBef>
                <a:spcPts val="1417"/>
              </a:spcBef>
              <a:buClr>
                <a:srgbClr val="FFFFFF"/>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FFFFFF"/>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FFFFFF"/>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FFFFFF"/>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FFFFFF"/>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FFFFFF"/>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FFFFFF"/>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84440" y="1832400"/>
            <a:ext cx="4359600" cy="1406160"/>
          </a:xfrm>
          <a:prstGeom prst="rect">
            <a:avLst/>
          </a:prstGeom>
          <a:noFill/>
          <a:ln w="0">
            <a:noFill/>
          </a:ln>
        </p:spPr>
        <p:txBody>
          <a:bodyPr lIns="91440" tIns="91440" rIns="91440" bIns="91440" anchor="b">
            <a:noAutofit/>
          </a:bodyPr>
          <a:lstStyle/>
          <a:p>
            <a:pPr indent="0">
              <a:buNone/>
            </a:pPr>
            <a:r>
              <a:rPr lang="fr-FR" sz="3900" b="0" strike="noStrike" spc="-1">
                <a:solidFill>
                  <a:schemeClr val="dk1"/>
                </a:solidFill>
                <a:latin typeface="Arial"/>
              </a:rPr>
              <a:t>Click to edit the title text format</a:t>
            </a:r>
          </a:p>
        </p:txBody>
      </p:sp>
      <p:sp>
        <p:nvSpPr>
          <p:cNvPr id="24" name="PlaceHolder 2"/>
          <p:cNvSpPr>
            <a:spLocks noGrp="1"/>
          </p:cNvSpPr>
          <p:nvPr>
            <p:ph type="title"/>
          </p:nvPr>
        </p:nvSpPr>
        <p:spPr>
          <a:xfrm>
            <a:off x="4236480" y="636480"/>
            <a:ext cx="1281960" cy="828000"/>
          </a:xfrm>
          <a:prstGeom prst="rect">
            <a:avLst/>
          </a:prstGeom>
          <a:noFill/>
          <a:ln w="0">
            <a:noFill/>
          </a:ln>
        </p:spPr>
        <p:txBody>
          <a:bodyPr lIns="91440" tIns="91440" rIns="91440" bIns="91440" anchor="ctr">
            <a:noAutofit/>
          </a:bodyPr>
          <a:lstStyle/>
          <a:p>
            <a:pPr indent="0">
              <a:lnSpc>
                <a:spcPct val="100000"/>
              </a:lnSpc>
              <a:buNone/>
            </a:pPr>
            <a:r>
              <a:rPr lang="fr-FR" sz="4300" b="0" strike="noStrike" spc="-1">
                <a:solidFill>
                  <a:schemeClr val="dk1"/>
                </a:solidFill>
                <a:latin typeface="Syncopate"/>
                <a:ea typeface="Syncopate"/>
              </a:rPr>
              <a:t>xx%</a:t>
            </a:r>
            <a:endParaRPr lang="fr-FR" sz="4300" b="0" strike="noStrike" spc="-1">
              <a:solidFill>
                <a:schemeClr val="dk1"/>
              </a:solidFill>
              <a:latin typeface="Arial"/>
            </a:endParaRPr>
          </a:p>
        </p:txBody>
      </p:sp>
      <p:sp>
        <p:nvSpPr>
          <p:cNvPr id="25" name="PlaceHolder 3"/>
          <p:cNvSpPr>
            <a:spLocks noGrp="1"/>
          </p:cNvSpPr>
          <p:nvPr>
            <p:ph type="body"/>
          </p:nvPr>
        </p:nvSpPr>
        <p:spPr>
          <a:xfrm>
            <a:off x="5372640" y="0"/>
            <a:ext cx="377100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fr-FR"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fr-FR"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fr-FR"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fr-FR"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fr-FR"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fr-FR" sz="18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1514607"/>
            <a:ext cx="9144000" cy="3079456"/>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4" cstate="print">
            <a:extLst>
              <a:ext uri="{28A0092B-C50C-407E-A947-70E740481C1C}">
                <a14:useLocalDpi xmlns:a14="http://schemas.microsoft.com/office/drawing/2010/main" val="0"/>
              </a:ext>
            </a:extLst>
          </a:blip>
          <a:srcRect t="1538" b="-1538"/>
          <a:stretch/>
        </p:blipFill>
        <p:spPr bwMode="black">
          <a:xfrm>
            <a:off x="0" y="4594860"/>
            <a:ext cx="9144000" cy="557213"/>
          </a:xfrm>
          <a:prstGeom prst="rect">
            <a:avLst/>
          </a:prstGeom>
        </p:spPr>
      </p:pic>
      <p:sp>
        <p:nvSpPr>
          <p:cNvPr id="2" name="Title Placeholder 1"/>
          <p:cNvSpPr>
            <a:spLocks noGrp="1"/>
          </p:cNvSpPr>
          <p:nvPr>
            <p:ph type="title"/>
          </p:nvPr>
        </p:nvSpPr>
        <p:spPr>
          <a:xfrm>
            <a:off x="1088685" y="603390"/>
            <a:ext cx="7202456" cy="78692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88685" y="1511799"/>
            <a:ext cx="7202456" cy="25879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65604" y="247778"/>
            <a:ext cx="2625536" cy="231901"/>
          </a:xfrm>
          <a:prstGeom prst="rect">
            <a:avLst/>
          </a:prstGeom>
        </p:spPr>
        <p:txBody>
          <a:bodyPr vert="horz" lIns="91440" tIns="45720" rIns="91440" bIns="45720" rtlCol="0" anchor="ctr"/>
          <a:lstStyle>
            <a:lvl1pPr algn="r">
              <a:defRPr sz="750">
                <a:solidFill>
                  <a:schemeClr val="tx1">
                    <a:tint val="75000"/>
                  </a:schemeClr>
                </a:solidFill>
              </a:defRPr>
            </a:lvl1pPr>
          </a:lstStyle>
          <a:p>
            <a:fld id="{48A87A34-81AB-432B-8DAE-1953F412C126}" type="datetimeFigureOut">
              <a:rPr lang="en-US" dirty="0"/>
              <a:pPr/>
              <a:t>4/6/2025</a:t>
            </a:fld>
            <a:endParaRPr lang="en-US" dirty="0"/>
          </a:p>
        </p:txBody>
      </p:sp>
      <p:sp>
        <p:nvSpPr>
          <p:cNvPr id="5" name="Footer Placeholder 4"/>
          <p:cNvSpPr>
            <a:spLocks noGrp="1"/>
          </p:cNvSpPr>
          <p:nvPr>
            <p:ph type="ftr" sz="quarter" idx="3"/>
          </p:nvPr>
        </p:nvSpPr>
        <p:spPr>
          <a:xfrm>
            <a:off x="1088684" y="246981"/>
            <a:ext cx="4454127" cy="231901"/>
          </a:xfrm>
          <a:prstGeom prst="rect">
            <a:avLst/>
          </a:prstGeom>
        </p:spPr>
        <p:txBody>
          <a:bodyPr vert="horz" lIns="91440" tIns="45720" rIns="91440" bIns="45720" rtlCol="0" anchor="ctr"/>
          <a:lstStyle>
            <a:lvl1pPr algn="l">
              <a:defRPr sz="7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60046" y="599230"/>
            <a:ext cx="608264" cy="377684"/>
          </a:xfrm>
          <a:prstGeom prst="rect">
            <a:avLst/>
          </a:prstGeom>
        </p:spPr>
        <p:txBody>
          <a:bodyPr vert="horz" lIns="91440" tIns="45720" rIns="91440" bIns="45720" rtlCol="0" anchor="t"/>
          <a:lstStyle>
            <a:lvl1pPr algn="r">
              <a:defRPr sz="21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4596310"/>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955630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defTabSz="685800" rtl="0" eaLnBrk="1" latinLnBrk="0" hangingPunct="1">
        <a:lnSpc>
          <a:spcPct val="90000"/>
        </a:lnSpc>
        <a:spcBef>
          <a:spcPct val="0"/>
        </a:spcBef>
        <a:buNone/>
        <a:defRPr sz="2400" b="0" i="0" kern="1200" cap="all">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buClr>
        <a:buSzPct val="100000"/>
        <a:buFont typeface="Arial" panose="020B0604020202020204" pitchFamily="34" charset="0"/>
        <a:buChar char="•"/>
        <a:defRPr sz="1500" kern="120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350" kern="1200" cap="none"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050" kern="1200" cap="none"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1514607"/>
            <a:ext cx="9144000" cy="3079456"/>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cstate="print">
            <a:extLst>
              <a:ext uri="{28A0092B-C50C-407E-A947-70E740481C1C}">
                <a14:useLocalDpi xmlns:a14="http://schemas.microsoft.com/office/drawing/2010/main" val="0"/>
              </a:ext>
            </a:extLst>
          </a:blip>
          <a:srcRect t="1538" b="-1538"/>
          <a:stretch/>
        </p:blipFill>
        <p:spPr bwMode="black">
          <a:xfrm>
            <a:off x="0" y="4594860"/>
            <a:ext cx="9144000" cy="557213"/>
          </a:xfrm>
          <a:prstGeom prst="rect">
            <a:avLst/>
          </a:prstGeom>
        </p:spPr>
      </p:pic>
      <p:sp>
        <p:nvSpPr>
          <p:cNvPr id="2" name="Title Placeholder 1"/>
          <p:cNvSpPr>
            <a:spLocks noGrp="1"/>
          </p:cNvSpPr>
          <p:nvPr>
            <p:ph type="title"/>
          </p:nvPr>
        </p:nvSpPr>
        <p:spPr>
          <a:xfrm>
            <a:off x="1088685" y="603390"/>
            <a:ext cx="7202456" cy="78692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88685" y="1511799"/>
            <a:ext cx="7202456" cy="25879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65604" y="247778"/>
            <a:ext cx="2625536" cy="231901"/>
          </a:xfrm>
          <a:prstGeom prst="rect">
            <a:avLst/>
          </a:prstGeom>
        </p:spPr>
        <p:txBody>
          <a:bodyPr vert="horz" lIns="91440" tIns="45720" rIns="91440" bIns="45720" rtlCol="0" anchor="ctr"/>
          <a:lstStyle>
            <a:lvl1pPr algn="r">
              <a:defRPr sz="750">
                <a:solidFill>
                  <a:schemeClr val="tx1">
                    <a:tint val="75000"/>
                  </a:schemeClr>
                </a:solidFill>
              </a:defRPr>
            </a:lvl1pPr>
          </a:lstStyle>
          <a:p>
            <a:fld id="{48A87A34-81AB-432B-8DAE-1953F412C126}" type="datetimeFigureOut">
              <a:rPr lang="en-US" dirty="0"/>
              <a:pPr/>
              <a:t>4/6/2025</a:t>
            </a:fld>
            <a:endParaRPr lang="en-US" dirty="0"/>
          </a:p>
        </p:txBody>
      </p:sp>
      <p:sp>
        <p:nvSpPr>
          <p:cNvPr id="5" name="Footer Placeholder 4"/>
          <p:cNvSpPr>
            <a:spLocks noGrp="1"/>
          </p:cNvSpPr>
          <p:nvPr>
            <p:ph type="ftr" sz="quarter" idx="3"/>
          </p:nvPr>
        </p:nvSpPr>
        <p:spPr>
          <a:xfrm>
            <a:off x="1088684" y="246981"/>
            <a:ext cx="4454127" cy="231901"/>
          </a:xfrm>
          <a:prstGeom prst="rect">
            <a:avLst/>
          </a:prstGeom>
        </p:spPr>
        <p:txBody>
          <a:bodyPr vert="horz" lIns="91440" tIns="45720" rIns="91440" bIns="45720" rtlCol="0" anchor="ctr"/>
          <a:lstStyle>
            <a:lvl1pPr algn="l">
              <a:defRPr sz="7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60046" y="599230"/>
            <a:ext cx="608264" cy="377684"/>
          </a:xfrm>
          <a:prstGeom prst="rect">
            <a:avLst/>
          </a:prstGeom>
        </p:spPr>
        <p:txBody>
          <a:bodyPr vert="horz" lIns="91440" tIns="45720" rIns="91440" bIns="45720" rtlCol="0" anchor="t"/>
          <a:lstStyle>
            <a:lvl1pPr algn="r">
              <a:defRPr sz="21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4596310"/>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4783136"/>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l" defTabSz="685800" rtl="0" eaLnBrk="1" latinLnBrk="0" hangingPunct="1">
        <a:lnSpc>
          <a:spcPct val="90000"/>
        </a:lnSpc>
        <a:spcBef>
          <a:spcPct val="0"/>
        </a:spcBef>
        <a:buNone/>
        <a:defRPr sz="2400" b="0" i="0" kern="1200" cap="all">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buClr>
        <a:buSzPct val="100000"/>
        <a:buFont typeface="Arial" panose="020B0604020202020204" pitchFamily="34" charset="0"/>
        <a:buChar char="•"/>
        <a:defRPr sz="1500" kern="120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350" kern="1200" cap="none"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050" kern="1200" cap="none"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1514607"/>
            <a:ext cx="9144000" cy="3079456"/>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cstate="print">
            <a:extLst>
              <a:ext uri="{28A0092B-C50C-407E-A947-70E740481C1C}">
                <a14:useLocalDpi xmlns:a14="http://schemas.microsoft.com/office/drawing/2010/main" val="0"/>
              </a:ext>
            </a:extLst>
          </a:blip>
          <a:srcRect t="1538" b="-1538"/>
          <a:stretch/>
        </p:blipFill>
        <p:spPr bwMode="black">
          <a:xfrm>
            <a:off x="0" y="4594860"/>
            <a:ext cx="9144000" cy="557213"/>
          </a:xfrm>
          <a:prstGeom prst="rect">
            <a:avLst/>
          </a:prstGeom>
        </p:spPr>
      </p:pic>
      <p:sp>
        <p:nvSpPr>
          <p:cNvPr id="2" name="Title Placeholder 1"/>
          <p:cNvSpPr>
            <a:spLocks noGrp="1"/>
          </p:cNvSpPr>
          <p:nvPr>
            <p:ph type="title"/>
          </p:nvPr>
        </p:nvSpPr>
        <p:spPr>
          <a:xfrm>
            <a:off x="1088685" y="603390"/>
            <a:ext cx="7202456" cy="78692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88685" y="1511799"/>
            <a:ext cx="7202456" cy="25879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65604" y="247778"/>
            <a:ext cx="2625536" cy="231901"/>
          </a:xfrm>
          <a:prstGeom prst="rect">
            <a:avLst/>
          </a:prstGeom>
        </p:spPr>
        <p:txBody>
          <a:bodyPr vert="horz" lIns="91440" tIns="45720" rIns="91440" bIns="45720" rtlCol="0" anchor="ctr"/>
          <a:lstStyle>
            <a:lvl1pPr algn="r">
              <a:defRPr sz="750">
                <a:solidFill>
                  <a:schemeClr val="tx1">
                    <a:tint val="75000"/>
                  </a:schemeClr>
                </a:solidFill>
              </a:defRPr>
            </a:lvl1pPr>
          </a:lstStyle>
          <a:p>
            <a:fld id="{48A87A34-81AB-432B-8DAE-1953F412C126}" type="datetimeFigureOut">
              <a:rPr lang="en-US" dirty="0"/>
              <a:pPr/>
              <a:t>4/6/2025</a:t>
            </a:fld>
            <a:endParaRPr lang="en-US" dirty="0"/>
          </a:p>
        </p:txBody>
      </p:sp>
      <p:sp>
        <p:nvSpPr>
          <p:cNvPr id="5" name="Footer Placeholder 4"/>
          <p:cNvSpPr>
            <a:spLocks noGrp="1"/>
          </p:cNvSpPr>
          <p:nvPr>
            <p:ph type="ftr" sz="quarter" idx="3"/>
          </p:nvPr>
        </p:nvSpPr>
        <p:spPr>
          <a:xfrm>
            <a:off x="1088684" y="246981"/>
            <a:ext cx="4454127" cy="231901"/>
          </a:xfrm>
          <a:prstGeom prst="rect">
            <a:avLst/>
          </a:prstGeom>
        </p:spPr>
        <p:txBody>
          <a:bodyPr vert="horz" lIns="91440" tIns="45720" rIns="91440" bIns="45720" rtlCol="0" anchor="ctr"/>
          <a:lstStyle>
            <a:lvl1pPr algn="l">
              <a:defRPr sz="7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60046" y="599230"/>
            <a:ext cx="608264" cy="377684"/>
          </a:xfrm>
          <a:prstGeom prst="rect">
            <a:avLst/>
          </a:prstGeom>
        </p:spPr>
        <p:txBody>
          <a:bodyPr vert="horz" lIns="91440" tIns="45720" rIns="91440" bIns="45720" rtlCol="0" anchor="t"/>
          <a:lstStyle>
            <a:lvl1pPr algn="r">
              <a:defRPr sz="21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4596310"/>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6847760"/>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txStyles>
    <p:titleStyle>
      <a:lvl1pPr algn="l" defTabSz="685800" rtl="0" eaLnBrk="1" latinLnBrk="0" hangingPunct="1">
        <a:lnSpc>
          <a:spcPct val="90000"/>
        </a:lnSpc>
        <a:spcBef>
          <a:spcPct val="0"/>
        </a:spcBef>
        <a:buNone/>
        <a:defRPr sz="2400" b="0" i="0" kern="1200" cap="all">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buClr>
        <a:buSzPct val="100000"/>
        <a:buFont typeface="Arial" panose="020B0604020202020204" pitchFamily="34" charset="0"/>
        <a:buChar char="•"/>
        <a:defRPr sz="1500" kern="120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350" kern="1200" cap="none" baseline="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1050" kern="1200" cap="none" baseline="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accent1"/>
        </a:buClr>
        <a:buSzPct val="100000"/>
        <a:buFont typeface="Arial" panose="020B0604020202020204" pitchFamily="34" charset="0"/>
        <a:buChar char="•"/>
        <a:defRPr sz="9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Google Shape;133;p32"/>
          <p:cNvPicPr/>
          <p:nvPr/>
        </p:nvPicPr>
        <p:blipFill>
          <a:blip r:embed="rId2"/>
          <a:srcRect t="3296" b="3289"/>
          <a:stretch/>
        </p:blipFill>
        <p:spPr>
          <a:xfrm>
            <a:off x="5474520" y="180"/>
            <a:ext cx="3669480" cy="4609034"/>
          </a:xfrm>
          <a:prstGeom prst="rect">
            <a:avLst/>
          </a:prstGeom>
          <a:ln w="0">
            <a:noFill/>
          </a:ln>
        </p:spPr>
      </p:pic>
      <p:sp>
        <p:nvSpPr>
          <p:cNvPr id="3" name="TextBox 2">
            <a:extLst>
              <a:ext uri="{FF2B5EF4-FFF2-40B4-BE49-F238E27FC236}">
                <a16:creationId xmlns:a16="http://schemas.microsoft.com/office/drawing/2014/main" id="{400B8DB5-675F-B111-036B-97B109217513}"/>
              </a:ext>
            </a:extLst>
          </p:cNvPr>
          <p:cNvSpPr txBox="1"/>
          <p:nvPr/>
        </p:nvSpPr>
        <p:spPr>
          <a:xfrm>
            <a:off x="934028" y="594046"/>
            <a:ext cx="4823690" cy="369332"/>
          </a:xfrm>
          <a:prstGeom prst="rect">
            <a:avLst/>
          </a:prstGeom>
          <a:noFill/>
        </p:spPr>
        <p:txBody>
          <a:bodyPr wrap="square">
            <a:spAutoFit/>
          </a:bodyPr>
          <a:lstStyle/>
          <a:p>
            <a:r>
              <a:rPr lang="en-US" b="1" i="0" cap="all" dirty="0">
                <a:solidFill>
                  <a:srgbClr val="204ECF"/>
                </a:solidFill>
                <a:effectLst/>
                <a:latin typeface="IBM Plex Sans" panose="020F0502020204030204" pitchFamily="34" charset="0"/>
              </a:rPr>
              <a:t>Project Proposal ON</a:t>
            </a:r>
            <a:endParaRPr lang="en-US" dirty="0"/>
          </a:p>
        </p:txBody>
      </p:sp>
      <p:sp>
        <p:nvSpPr>
          <p:cNvPr id="5" name="TextBox 4">
            <a:extLst>
              <a:ext uri="{FF2B5EF4-FFF2-40B4-BE49-F238E27FC236}">
                <a16:creationId xmlns:a16="http://schemas.microsoft.com/office/drawing/2014/main" id="{D25CEE21-B550-AB22-A1E7-7526A66EB6ED}"/>
              </a:ext>
            </a:extLst>
          </p:cNvPr>
          <p:cNvSpPr txBox="1"/>
          <p:nvPr/>
        </p:nvSpPr>
        <p:spPr>
          <a:xfrm>
            <a:off x="780473" y="963378"/>
            <a:ext cx="4747490" cy="369332"/>
          </a:xfrm>
          <a:prstGeom prst="rect">
            <a:avLst/>
          </a:prstGeom>
          <a:noFill/>
        </p:spPr>
        <p:txBody>
          <a:bodyPr wrap="square">
            <a:spAutoFit/>
          </a:bodyPr>
          <a:lstStyle/>
          <a:p>
            <a:r>
              <a:rPr lang="en-US" b="1" i="0" cap="all" dirty="0">
                <a:solidFill>
                  <a:srgbClr val="07071B"/>
                </a:solidFill>
                <a:effectLst/>
                <a:latin typeface="IBM Plex Serif" panose="020F0502020204030204" pitchFamily="18" charset="0"/>
              </a:rPr>
              <a:t>Real-Time Chat SYSTEM</a:t>
            </a:r>
            <a:endParaRPr lang="en-US" dirty="0"/>
          </a:p>
        </p:txBody>
      </p:sp>
      <p:sp>
        <p:nvSpPr>
          <p:cNvPr id="6" name="TextBox 5">
            <a:extLst>
              <a:ext uri="{FF2B5EF4-FFF2-40B4-BE49-F238E27FC236}">
                <a16:creationId xmlns:a16="http://schemas.microsoft.com/office/drawing/2014/main" id="{BAF93278-8CAD-F60C-2090-013700FB8C77}"/>
              </a:ext>
            </a:extLst>
          </p:cNvPr>
          <p:cNvSpPr txBox="1"/>
          <p:nvPr/>
        </p:nvSpPr>
        <p:spPr>
          <a:xfrm>
            <a:off x="979053" y="1914356"/>
            <a:ext cx="4823690" cy="369332"/>
          </a:xfrm>
          <a:prstGeom prst="rect">
            <a:avLst/>
          </a:prstGeom>
          <a:noFill/>
        </p:spPr>
        <p:txBody>
          <a:bodyPr wrap="square">
            <a:spAutoFit/>
          </a:bodyPr>
          <a:lstStyle/>
          <a:p>
            <a:r>
              <a:rPr lang="en-US" b="1" i="0" cap="all" dirty="0">
                <a:solidFill>
                  <a:srgbClr val="204ECF"/>
                </a:solidFill>
                <a:effectLst/>
                <a:latin typeface="IBM Plex Sans" panose="020F0502020204030204" pitchFamily="34" charset="0"/>
              </a:rPr>
              <a:t>Presented By:-</a:t>
            </a:r>
            <a:endParaRPr lang="en-US" dirty="0"/>
          </a:p>
        </p:txBody>
      </p:sp>
      <p:sp>
        <p:nvSpPr>
          <p:cNvPr id="10" name="TextBox 9">
            <a:extLst>
              <a:ext uri="{FF2B5EF4-FFF2-40B4-BE49-F238E27FC236}">
                <a16:creationId xmlns:a16="http://schemas.microsoft.com/office/drawing/2014/main" id="{2BA5D8D8-32D8-54BE-B897-514B4A1BAEDF}"/>
              </a:ext>
            </a:extLst>
          </p:cNvPr>
          <p:cNvSpPr txBox="1"/>
          <p:nvPr/>
        </p:nvSpPr>
        <p:spPr>
          <a:xfrm>
            <a:off x="780473" y="2253043"/>
            <a:ext cx="4747490" cy="1988045"/>
          </a:xfrm>
          <a:prstGeom prst="rect">
            <a:avLst/>
          </a:prstGeom>
          <a:noFill/>
        </p:spPr>
        <p:txBody>
          <a:bodyPr wrap="square">
            <a:spAutoFit/>
          </a:bodyPr>
          <a:lstStyle/>
          <a:p>
            <a:pPr>
              <a:lnSpc>
                <a:spcPct val="200000"/>
              </a:lnSpc>
            </a:pPr>
            <a:r>
              <a:rPr lang="en-US" sz="1600" i="0" cap="all" dirty="0" err="1">
                <a:solidFill>
                  <a:srgbClr val="07071B"/>
                </a:solidFill>
                <a:effectLst/>
                <a:latin typeface="IBM Plex Serif" panose="020F0502020204030204" pitchFamily="18" charset="0"/>
              </a:rPr>
              <a:t>Bishal</a:t>
            </a:r>
            <a:r>
              <a:rPr lang="en-US" sz="1600" i="0" cap="all" dirty="0">
                <a:solidFill>
                  <a:srgbClr val="07071B"/>
                </a:solidFill>
                <a:effectLst/>
                <a:latin typeface="IBM Plex Serif" panose="020F0502020204030204" pitchFamily="18" charset="0"/>
              </a:rPr>
              <a:t> Shrestha (790310)</a:t>
            </a:r>
          </a:p>
          <a:p>
            <a:pPr>
              <a:lnSpc>
                <a:spcPct val="200000"/>
              </a:lnSpc>
            </a:pPr>
            <a:r>
              <a:rPr lang="en-US" sz="1600" i="0" cap="all" dirty="0">
                <a:solidFill>
                  <a:srgbClr val="07071B"/>
                </a:solidFill>
                <a:effectLst/>
                <a:latin typeface="IBM Plex Serif" panose="020F0502020204030204" pitchFamily="18" charset="0"/>
              </a:rPr>
              <a:t>Chirayu Shrestha (790311)</a:t>
            </a:r>
          </a:p>
          <a:p>
            <a:pPr>
              <a:lnSpc>
                <a:spcPct val="200000"/>
              </a:lnSpc>
            </a:pPr>
            <a:r>
              <a:rPr lang="en-US" sz="1600" i="0" cap="all" dirty="0" err="1">
                <a:solidFill>
                  <a:srgbClr val="07071B"/>
                </a:solidFill>
                <a:effectLst/>
                <a:latin typeface="IBM Plex Serif" panose="020F0502020204030204" pitchFamily="18" charset="0"/>
              </a:rPr>
              <a:t>Pappu</a:t>
            </a:r>
            <a:r>
              <a:rPr lang="en-US" sz="1600" i="0" cap="all" dirty="0">
                <a:solidFill>
                  <a:srgbClr val="07071B"/>
                </a:solidFill>
                <a:effectLst/>
                <a:latin typeface="IBM Plex Serif" panose="020F0502020204030204" pitchFamily="18" charset="0"/>
              </a:rPr>
              <a:t> Yadav (790324)</a:t>
            </a:r>
          </a:p>
          <a:p>
            <a:pPr>
              <a:lnSpc>
                <a:spcPct val="200000"/>
              </a:lnSpc>
            </a:pPr>
            <a:r>
              <a:rPr lang="en-US" sz="1600" i="0" cap="all" dirty="0">
                <a:solidFill>
                  <a:srgbClr val="07071B"/>
                </a:solidFill>
                <a:effectLst/>
                <a:latin typeface="IBM Plex Serif" panose="020F0502020204030204" pitchFamily="18" charset="0"/>
              </a:rPr>
              <a:t>Prashant Ghimire (790328)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PlaceHolder 2"/>
          <p:cNvSpPr>
            <a:spLocks noGrp="1"/>
          </p:cNvSpPr>
          <p:nvPr>
            <p:ph type="title" idx="4294967295"/>
          </p:nvPr>
        </p:nvSpPr>
        <p:spPr>
          <a:xfrm>
            <a:off x="0" y="12700"/>
            <a:ext cx="4656138" cy="100965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3600" b="1" strike="noStrike" spc="-1" dirty="0">
                <a:solidFill>
                  <a:schemeClr val="dk1"/>
                </a:solidFill>
                <a:latin typeface="IBM Plex Serif" panose="02060503050406000203" pitchFamily="18" charset="0"/>
                <a:ea typeface="Syncopate"/>
              </a:rPr>
              <a:t>INTRODUCTION</a:t>
            </a:r>
            <a:endParaRPr lang="fr-FR" sz="3600" b="1" strike="noStrike" spc="-1" dirty="0">
              <a:solidFill>
                <a:schemeClr val="dk1"/>
              </a:solidFill>
              <a:latin typeface="IBM Plex Serif" panose="02060503050406000203" pitchFamily="18" charset="0"/>
            </a:endParaRPr>
          </a:p>
        </p:txBody>
      </p:sp>
      <p:sp>
        <p:nvSpPr>
          <p:cNvPr id="6" name="Rectangle 3">
            <a:extLst>
              <a:ext uri="{FF2B5EF4-FFF2-40B4-BE49-F238E27FC236}">
                <a16:creationId xmlns:a16="http://schemas.microsoft.com/office/drawing/2014/main" id="{991D8E8F-1166-14E1-BD5F-B69AC0D55FCB}"/>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9" name="Image 0" descr="preencoded.png">
            <a:extLst>
              <a:ext uri="{FF2B5EF4-FFF2-40B4-BE49-F238E27FC236}">
                <a16:creationId xmlns:a16="http://schemas.microsoft.com/office/drawing/2014/main" id="{CB95F598-DBAB-A494-F25A-084440357B00}"/>
              </a:ext>
            </a:extLst>
          </p:cNvPr>
          <p:cNvPicPr>
            <a:picLocks noChangeAspect="1"/>
          </p:cNvPicPr>
          <p:nvPr/>
        </p:nvPicPr>
        <p:blipFill>
          <a:blip r:embed="rId2"/>
          <a:stretch>
            <a:fillRect/>
          </a:stretch>
        </p:blipFill>
        <p:spPr>
          <a:xfrm>
            <a:off x="5769688" y="0"/>
            <a:ext cx="3374312" cy="4598581"/>
          </a:xfrm>
          <a:prstGeom prst="rect">
            <a:avLst/>
          </a:prstGeom>
        </p:spPr>
      </p:pic>
      <p:sp>
        <p:nvSpPr>
          <p:cNvPr id="10" name="Content Placeholder 1">
            <a:extLst>
              <a:ext uri="{FF2B5EF4-FFF2-40B4-BE49-F238E27FC236}">
                <a16:creationId xmlns:a16="http://schemas.microsoft.com/office/drawing/2014/main" id="{2D8A7950-3B1B-7C81-DAB3-81D5DD2680C9}"/>
              </a:ext>
            </a:extLst>
          </p:cNvPr>
          <p:cNvSpPr txBox="1">
            <a:spLocks noChangeArrowheads="1"/>
          </p:cNvSpPr>
          <p:nvPr/>
        </p:nvSpPr>
        <p:spPr bwMode="auto">
          <a:xfrm>
            <a:off x="132408" y="1014812"/>
            <a:ext cx="5637280" cy="2471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Clr>
                <a:srgbClr val="C00000"/>
              </a:buClr>
            </a:pPr>
            <a:r>
              <a:rPr lang="en-US" sz="1800" dirty="0">
                <a:latin typeface="IBM Plex Sans" panose="020B0503050203000203" pitchFamily="34" charset="0"/>
              </a:rPr>
              <a:t>Instant communication is essential for personal and professional interactions.</a:t>
            </a:r>
          </a:p>
          <a:p>
            <a:pPr algn="just">
              <a:buClr>
                <a:srgbClr val="C00000"/>
              </a:buClr>
            </a:pPr>
            <a:r>
              <a:rPr lang="en-US" sz="1800" dirty="0">
                <a:latin typeface="IBM Plex Sans" panose="020B0503050203000203" pitchFamily="34" charset="0"/>
              </a:rPr>
              <a:t>This project focuses on developing a real-time chat system.</a:t>
            </a:r>
          </a:p>
          <a:p>
            <a:pPr algn="just">
              <a:buClr>
                <a:srgbClr val="C00000"/>
              </a:buClr>
            </a:pPr>
            <a:r>
              <a:rPr lang="en-US" sz="1800" dirty="0">
                <a:latin typeface="IBM Plex Sans" panose="020B0503050203000203" pitchFamily="34" charset="0"/>
              </a:rPr>
              <a:t>Ensures seamless, instant messaging across multiple platforms.</a:t>
            </a:r>
          </a:p>
          <a:p>
            <a:pPr algn="just">
              <a:buClr>
                <a:srgbClr val="C00000"/>
              </a:buClr>
            </a:pPr>
            <a:r>
              <a:rPr lang="en-US" sz="1800" dirty="0">
                <a:latin typeface="IBM Plex Sans" panose="020B0503050203000203" pitchFamily="34" charset="0"/>
              </a:rPr>
              <a:t>Aims to provide a smooth user experience for all users.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 name="Google Shape;178;p37"/>
          <p:cNvPicPr/>
          <p:nvPr/>
        </p:nvPicPr>
        <p:blipFill>
          <a:blip r:embed="rId2"/>
          <a:srcRect l="5254" r="5254"/>
          <a:stretch/>
        </p:blipFill>
        <p:spPr>
          <a:xfrm>
            <a:off x="0" y="0"/>
            <a:ext cx="3067920" cy="4603898"/>
          </a:xfrm>
          <a:prstGeom prst="rect">
            <a:avLst/>
          </a:prstGeom>
          <a:ln w="0">
            <a:noFill/>
          </a:ln>
        </p:spPr>
      </p:pic>
      <p:sp>
        <p:nvSpPr>
          <p:cNvPr id="73" name="PlaceHolder 2"/>
          <p:cNvSpPr>
            <a:spLocks noGrp="1"/>
          </p:cNvSpPr>
          <p:nvPr>
            <p:ph type="title" idx="4294967295"/>
          </p:nvPr>
        </p:nvSpPr>
        <p:spPr>
          <a:xfrm>
            <a:off x="3362325" y="9525"/>
            <a:ext cx="5781675" cy="100965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4050" b="1" strike="noStrike" spc="-1" dirty="0">
                <a:solidFill>
                  <a:schemeClr val="dk1"/>
                </a:solidFill>
                <a:latin typeface="IBM Plex Serif" panose="02060503050406000203" pitchFamily="18" charset="0"/>
                <a:ea typeface="Syncopate"/>
              </a:rPr>
              <a:t>PROBLEM STATEMENT</a:t>
            </a:r>
            <a:endParaRPr lang="fr-FR" sz="4050" b="1" strike="noStrike" spc="-1" dirty="0">
              <a:solidFill>
                <a:schemeClr val="dk1"/>
              </a:solidFill>
              <a:latin typeface="IBM Plex Serif" panose="02060503050406000203" pitchFamily="18" charset="0"/>
            </a:endParaRPr>
          </a:p>
        </p:txBody>
      </p:sp>
      <p:sp>
        <p:nvSpPr>
          <p:cNvPr id="2" name="Content Placeholder 1">
            <a:extLst>
              <a:ext uri="{FF2B5EF4-FFF2-40B4-BE49-F238E27FC236}">
                <a16:creationId xmlns:a16="http://schemas.microsoft.com/office/drawing/2014/main" id="{40ED2BA7-601B-6F5F-7870-5DB4BE1B6444}"/>
              </a:ext>
            </a:extLst>
          </p:cNvPr>
          <p:cNvSpPr>
            <a:spLocks noGrp="1" noChangeArrowheads="1"/>
          </p:cNvSpPr>
          <p:nvPr>
            <p:ph idx="4294967295"/>
          </p:nvPr>
        </p:nvSpPr>
        <p:spPr bwMode="auto">
          <a:xfrm>
            <a:off x="3185244" y="1019175"/>
            <a:ext cx="5781675" cy="183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buFont typeface="Arial" panose="020B0604020202020204" pitchFamily="34" charset="0"/>
              <a:buChar char="•"/>
            </a:pPr>
            <a:r>
              <a:rPr lang="en-US" sz="1800" dirty="0">
                <a:latin typeface="IBM Plex Sans" panose="020B0503050203000203" pitchFamily="34" charset="0"/>
              </a:rPr>
              <a:t>Users expect fast, secure, and seamless messaging, which many platforms fail to deliver.</a:t>
            </a:r>
          </a:p>
          <a:p>
            <a:pPr algn="just">
              <a:buFont typeface="Arial" panose="020B0604020202020204" pitchFamily="34" charset="0"/>
              <a:buChar char="•"/>
            </a:pPr>
            <a:r>
              <a:rPr lang="en-US" sz="1800" dirty="0">
                <a:latin typeface="IBM Plex Sans" panose="020B0503050203000203" pitchFamily="34" charset="0"/>
              </a:rPr>
              <a:t>There’s a need for a lightweight, real-time chat application that ensures smooth communication, user privacy, and minimal server load.</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F5114921-D422-FAB5-90E7-DE8B467802A3}"/>
              </a:ext>
            </a:extLst>
          </p:cNvPr>
          <p:cNvPicPr>
            <a:picLocks noChangeAspect="1"/>
          </p:cNvPicPr>
          <p:nvPr/>
        </p:nvPicPr>
        <p:blipFill>
          <a:blip r:embed="rId2"/>
          <a:stretch>
            <a:fillRect/>
          </a:stretch>
        </p:blipFill>
        <p:spPr>
          <a:xfrm>
            <a:off x="0" y="0"/>
            <a:ext cx="3429000" cy="4566684"/>
          </a:xfrm>
          <a:prstGeom prst="rect">
            <a:avLst/>
          </a:prstGeom>
        </p:spPr>
      </p:pic>
      <p:sp>
        <p:nvSpPr>
          <p:cNvPr id="4" name="PlaceHolder 2">
            <a:extLst>
              <a:ext uri="{FF2B5EF4-FFF2-40B4-BE49-F238E27FC236}">
                <a16:creationId xmlns:a16="http://schemas.microsoft.com/office/drawing/2014/main" id="{046230E0-BEB2-F3A9-64F0-990271D859F6}"/>
              </a:ext>
            </a:extLst>
          </p:cNvPr>
          <p:cNvSpPr txBox="1">
            <a:spLocks/>
          </p:cNvSpPr>
          <p:nvPr/>
        </p:nvSpPr>
        <p:spPr>
          <a:xfrm>
            <a:off x="3532095" y="142524"/>
            <a:ext cx="4657320" cy="1009440"/>
          </a:xfrm>
          <a:prstGeom prst="rect">
            <a:avLst/>
          </a:prstGeom>
          <a:noFill/>
          <a:ln w="0">
            <a:noFill/>
          </a:ln>
        </p:spPr>
        <p:txBody>
          <a:bodyPr lIns="91440" tIns="91440" rIns="91440" bIns="9144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US" sz="3600" b="1" spc="-1" dirty="0">
                <a:solidFill>
                  <a:schemeClr val="dk1"/>
                </a:solidFill>
                <a:latin typeface="IBM Plex Serif" panose="02060503050406000203" pitchFamily="18" charset="0"/>
                <a:ea typeface="Syncopate"/>
              </a:rPr>
              <a:t>OBJECTIVES</a:t>
            </a:r>
            <a:endParaRPr lang="fr-FR" sz="3600" b="1" spc="-1" dirty="0">
              <a:solidFill>
                <a:schemeClr val="dk1"/>
              </a:solidFill>
              <a:latin typeface="IBM Plex Serif" panose="02060503050406000203" pitchFamily="18" charset="0"/>
            </a:endParaRPr>
          </a:p>
        </p:txBody>
      </p:sp>
      <p:sp>
        <p:nvSpPr>
          <p:cNvPr id="5" name="TextBox 4">
            <a:extLst>
              <a:ext uri="{FF2B5EF4-FFF2-40B4-BE49-F238E27FC236}">
                <a16:creationId xmlns:a16="http://schemas.microsoft.com/office/drawing/2014/main" id="{2681BE9E-0CD3-8281-DBEE-BCC4D0283EC7}"/>
              </a:ext>
            </a:extLst>
          </p:cNvPr>
          <p:cNvSpPr txBox="1"/>
          <p:nvPr/>
        </p:nvSpPr>
        <p:spPr>
          <a:xfrm>
            <a:off x="3532095" y="756352"/>
            <a:ext cx="5611905" cy="1290161"/>
          </a:xfrm>
          <a:prstGeom prst="rect">
            <a:avLst/>
          </a:prstGeom>
          <a:noFill/>
        </p:spPr>
        <p:txBody>
          <a:bodyPr wrap="square">
            <a:spAutoFit/>
          </a:bodyPr>
          <a:lstStyle/>
          <a:p>
            <a:pPr algn="l">
              <a:lnSpc>
                <a:spcPct val="150000"/>
              </a:lnSpc>
            </a:pPr>
            <a:br>
              <a:rPr lang="en-US" b="1" i="0" cap="all" dirty="0">
                <a:effectLst/>
                <a:latin typeface="IBM Plex Serif" panose="02060503050406000203" pitchFamily="18" charset="0"/>
              </a:rPr>
            </a:br>
            <a:r>
              <a:rPr lang="en-US" i="0" cap="all" dirty="0">
                <a:effectLst/>
                <a:latin typeface="IBM Plex Serif" panose="02060503050406000203" pitchFamily="18" charset="0"/>
              </a:rPr>
              <a:t>to create simple , effective</a:t>
            </a:r>
            <a:r>
              <a:rPr lang="en-US" b="1" i="0" cap="all" dirty="0">
                <a:effectLst/>
                <a:latin typeface="IBM Plex Serif" panose="02060503050406000203" pitchFamily="18" charset="0"/>
              </a:rPr>
              <a:t> </a:t>
            </a:r>
            <a:r>
              <a:rPr lang="en-US" i="0" cap="all" dirty="0">
                <a:effectLst/>
                <a:latin typeface="IBM Plex Serif" panose="02060503050406000203" pitchFamily="18" charset="0"/>
              </a:rPr>
              <a:t>, And user-Friendly Chatting System </a:t>
            </a:r>
            <a:endParaRPr lang="en-US" dirty="0"/>
          </a:p>
        </p:txBody>
      </p:sp>
    </p:spTree>
    <p:extLst>
      <p:ext uri="{BB962C8B-B14F-4D97-AF65-F5344CB8AC3E}">
        <p14:creationId xmlns:p14="http://schemas.microsoft.com/office/powerpoint/2010/main" val="9807743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laceHolder 2">
            <a:extLst>
              <a:ext uri="{FF2B5EF4-FFF2-40B4-BE49-F238E27FC236}">
                <a16:creationId xmlns:a16="http://schemas.microsoft.com/office/drawing/2014/main" id="{046230E0-BEB2-F3A9-64F0-990271D859F6}"/>
              </a:ext>
            </a:extLst>
          </p:cNvPr>
          <p:cNvSpPr txBox="1">
            <a:spLocks/>
          </p:cNvSpPr>
          <p:nvPr/>
        </p:nvSpPr>
        <p:spPr>
          <a:xfrm>
            <a:off x="4008749" y="164969"/>
            <a:ext cx="4657320" cy="819415"/>
          </a:xfrm>
          <a:prstGeom prst="rect">
            <a:avLst/>
          </a:prstGeom>
          <a:noFill/>
          <a:ln w="0">
            <a:noFill/>
          </a:ln>
        </p:spPr>
        <p:txBody>
          <a:bodyPr lIns="91440" tIns="91440" rIns="91440" bIns="91440" anchor="t">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tabLst>
                <a:tab pos="0" algn="l"/>
              </a:tabLst>
            </a:pPr>
            <a:r>
              <a:rPr lang="en-US" sz="3600" b="1" i="0" cap="all" dirty="0">
                <a:effectLst/>
                <a:latin typeface="IBM Plex Serif" panose="02060503050406000203" pitchFamily="18" charset="0"/>
              </a:rPr>
              <a:t>Key Features</a:t>
            </a:r>
            <a:endParaRPr lang="fr-FR" sz="3600" spc="-1" dirty="0">
              <a:solidFill>
                <a:schemeClr val="dk1"/>
              </a:solidFill>
              <a:latin typeface="Arial"/>
            </a:endParaRPr>
          </a:p>
        </p:txBody>
      </p:sp>
      <p:sp>
        <p:nvSpPr>
          <p:cNvPr id="5" name="TextBox 4">
            <a:extLst>
              <a:ext uri="{FF2B5EF4-FFF2-40B4-BE49-F238E27FC236}">
                <a16:creationId xmlns:a16="http://schemas.microsoft.com/office/drawing/2014/main" id="{2681BE9E-0CD3-8281-DBEE-BCC4D0283EC7}"/>
              </a:ext>
            </a:extLst>
          </p:cNvPr>
          <p:cNvSpPr txBox="1"/>
          <p:nvPr/>
        </p:nvSpPr>
        <p:spPr>
          <a:xfrm>
            <a:off x="4310056" y="1255697"/>
            <a:ext cx="5118163" cy="2354491"/>
          </a:xfrm>
          <a:prstGeom prst="rect">
            <a:avLst/>
          </a:prstGeom>
          <a:noFill/>
        </p:spPr>
        <p:txBody>
          <a:bodyPr wrap="square">
            <a:spAutoFit/>
          </a:bodyPr>
          <a:lstStyle/>
          <a:p>
            <a:pPr algn="l">
              <a:lnSpc>
                <a:spcPct val="150000"/>
              </a:lnSpc>
            </a:pPr>
            <a:r>
              <a:rPr lang="en-US" b="1" i="0" cap="all" dirty="0">
                <a:effectLst/>
                <a:latin typeface="IBM Plex Serif" panose="02060503050406000203" pitchFamily="18" charset="0"/>
              </a:rPr>
              <a:t>Text Messaging</a:t>
            </a:r>
          </a:p>
          <a:p>
            <a:pPr algn="l"/>
            <a:r>
              <a:rPr lang="en-US" sz="1200" b="0" i="0" dirty="0">
                <a:effectLst/>
                <a:latin typeface="IBM Plex Sans" panose="020B0503050203000203" pitchFamily="34" charset="0"/>
              </a:rPr>
              <a:t> The project includes a robust text messaging feature for instant communication.</a:t>
            </a:r>
          </a:p>
          <a:p>
            <a:pPr algn="l">
              <a:lnSpc>
                <a:spcPct val="150000"/>
              </a:lnSpc>
            </a:pPr>
            <a:r>
              <a:rPr lang="en-US" b="1" i="0" cap="all" dirty="0">
                <a:effectLst/>
                <a:latin typeface="IBM Plex Serif" panose="02060503050406000203" pitchFamily="18" charset="0"/>
              </a:rPr>
              <a:t>File Sharing</a:t>
            </a:r>
          </a:p>
          <a:p>
            <a:pPr algn="l"/>
            <a:r>
              <a:rPr lang="en-US" sz="1200" b="0" i="0" dirty="0">
                <a:effectLst/>
                <a:latin typeface="IBM Plex Sans" panose="020B0503050203000203" pitchFamily="34" charset="0"/>
              </a:rPr>
              <a:t>  Users will have the capability to easily share files among each other.</a:t>
            </a:r>
          </a:p>
          <a:p>
            <a:pPr algn="l">
              <a:lnSpc>
                <a:spcPct val="150000"/>
              </a:lnSpc>
            </a:pPr>
            <a:r>
              <a:rPr lang="en-US" b="1" i="0" cap="all" dirty="0">
                <a:solidFill>
                  <a:srgbClr val="000000"/>
                </a:solidFill>
                <a:effectLst/>
                <a:latin typeface="IBM Plex Serif" panose="02060503050406000203" pitchFamily="18" charset="0"/>
              </a:rPr>
              <a:t>Audio Call</a:t>
            </a:r>
            <a:endParaRPr lang="en-US" cap="all" dirty="0">
              <a:solidFill>
                <a:srgbClr val="000000"/>
              </a:solidFill>
              <a:latin typeface="IBM Plex Sans" panose="020B0503050203000203" pitchFamily="34" charset="0"/>
            </a:endParaRPr>
          </a:p>
          <a:p>
            <a:pPr algn="l"/>
            <a:r>
              <a:rPr lang="en-US" sz="1200" b="0" i="0" dirty="0">
                <a:solidFill>
                  <a:srgbClr val="000000"/>
                </a:solidFill>
                <a:effectLst/>
                <a:latin typeface="IBM Plex Sans" panose="020B0503050203000203" pitchFamily="34" charset="0"/>
              </a:rPr>
              <a:t>  An integrated audio calling feature will enhance user interaction.</a:t>
            </a:r>
            <a:br>
              <a:rPr lang="en-US" dirty="0"/>
            </a:br>
            <a:endParaRPr lang="en-US" dirty="0"/>
          </a:p>
        </p:txBody>
      </p:sp>
      <p:pic>
        <p:nvPicPr>
          <p:cNvPr id="9" name="Picture 8" descr="A blue circle with a lock on it&#10;&#10;AI-generated content may be incorrect.">
            <a:extLst>
              <a:ext uri="{FF2B5EF4-FFF2-40B4-BE49-F238E27FC236}">
                <a16:creationId xmlns:a16="http://schemas.microsoft.com/office/drawing/2014/main" id="{AAF395A8-5B8E-3D3B-B445-34827D717F81}"/>
              </a:ext>
            </a:extLst>
          </p:cNvPr>
          <p:cNvPicPr>
            <a:picLocks noChangeAspect="1"/>
          </p:cNvPicPr>
          <p:nvPr/>
        </p:nvPicPr>
        <p:blipFill>
          <a:blip r:embed="rId2">
            <a:alphaModFix amt="75000"/>
            <a:extLst>
              <a:ext uri="{28A0092B-C50C-407E-A947-70E740481C1C}">
                <a14:useLocalDpi xmlns:a14="http://schemas.microsoft.com/office/drawing/2010/main" val="0"/>
              </a:ext>
            </a:extLst>
          </a:blip>
          <a:srcRect l="4272" r="45387"/>
          <a:stretch/>
        </p:blipFill>
        <p:spPr>
          <a:xfrm>
            <a:off x="0" y="0"/>
            <a:ext cx="4055884" cy="4671119"/>
          </a:xfrm>
          <a:prstGeom prst="rect">
            <a:avLst/>
          </a:prstGeom>
        </p:spPr>
      </p:pic>
      <p:sp>
        <p:nvSpPr>
          <p:cNvPr id="2" name="Oval 1">
            <a:extLst>
              <a:ext uri="{FF2B5EF4-FFF2-40B4-BE49-F238E27FC236}">
                <a16:creationId xmlns:a16="http://schemas.microsoft.com/office/drawing/2014/main" id="{9FBB2B57-D2CE-F2AF-25EC-5226C017CF57}"/>
              </a:ext>
            </a:extLst>
          </p:cNvPr>
          <p:cNvSpPr/>
          <p:nvPr/>
        </p:nvSpPr>
        <p:spPr>
          <a:xfrm flipH="1" flipV="1">
            <a:off x="4241626" y="1487594"/>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Oval 2">
            <a:extLst>
              <a:ext uri="{FF2B5EF4-FFF2-40B4-BE49-F238E27FC236}">
                <a16:creationId xmlns:a16="http://schemas.microsoft.com/office/drawing/2014/main" id="{0E1F3A2A-8EAA-532D-1019-CC7F49FD5A34}"/>
              </a:ext>
            </a:extLst>
          </p:cNvPr>
          <p:cNvSpPr/>
          <p:nvPr/>
        </p:nvSpPr>
        <p:spPr>
          <a:xfrm flipH="1" flipV="1">
            <a:off x="4287197" y="2251994"/>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Oval 6">
            <a:extLst>
              <a:ext uri="{FF2B5EF4-FFF2-40B4-BE49-F238E27FC236}">
                <a16:creationId xmlns:a16="http://schemas.microsoft.com/office/drawing/2014/main" id="{3831D0AF-A9D6-2D46-CB36-2362502A2F12}"/>
              </a:ext>
            </a:extLst>
          </p:cNvPr>
          <p:cNvSpPr/>
          <p:nvPr/>
        </p:nvSpPr>
        <p:spPr>
          <a:xfrm flipH="1" flipV="1">
            <a:off x="4264337" y="2823783"/>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6830212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 name="Google Shape;178;p37"/>
          <p:cNvPicPr/>
          <p:nvPr/>
        </p:nvPicPr>
        <p:blipFill>
          <a:blip r:embed="rId2"/>
          <a:srcRect l="5254" r="5254"/>
          <a:stretch/>
        </p:blipFill>
        <p:spPr>
          <a:xfrm>
            <a:off x="0" y="0"/>
            <a:ext cx="3067920" cy="5143320"/>
          </a:xfrm>
          <a:prstGeom prst="rect">
            <a:avLst/>
          </a:prstGeom>
          <a:ln w="0">
            <a:noFill/>
          </a:ln>
        </p:spPr>
      </p:pic>
      <p:sp>
        <p:nvSpPr>
          <p:cNvPr id="95" name="PlaceHolder 2"/>
          <p:cNvSpPr>
            <a:spLocks noGrp="1"/>
          </p:cNvSpPr>
          <p:nvPr>
            <p:ph type="title" idx="4294967295"/>
          </p:nvPr>
        </p:nvSpPr>
        <p:spPr>
          <a:xfrm>
            <a:off x="4486275" y="447675"/>
            <a:ext cx="4657725" cy="1009650"/>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3600" b="1" spc="-1" dirty="0">
                <a:solidFill>
                  <a:schemeClr val="dk1"/>
                </a:solidFill>
                <a:latin typeface="IBM Plex Serif" panose="02060503050406000203" pitchFamily="18" charset="0"/>
              </a:rPr>
              <a:t>WORK BREAKDOWN</a:t>
            </a:r>
            <a:endParaRPr lang="fr-FR" sz="3600" b="1" strike="noStrike" spc="-1" dirty="0">
              <a:solidFill>
                <a:schemeClr val="dk1"/>
              </a:solidFill>
              <a:latin typeface="IBM Plex Serif" panose="02060503050406000203" pitchFamily="18" charset="0"/>
            </a:endParaRPr>
          </a:p>
        </p:txBody>
      </p:sp>
      <p:pic>
        <p:nvPicPr>
          <p:cNvPr id="5" name="Picture 4">
            <a:extLst>
              <a:ext uri="{FF2B5EF4-FFF2-40B4-BE49-F238E27FC236}">
                <a16:creationId xmlns:a16="http://schemas.microsoft.com/office/drawing/2014/main" id="{F222829A-9ECE-E9AA-67EF-112B2FA91DEB}"/>
              </a:ext>
            </a:extLst>
          </p:cNvPr>
          <p:cNvPicPr>
            <a:picLocks noChangeAspect="1"/>
          </p:cNvPicPr>
          <p:nvPr/>
        </p:nvPicPr>
        <p:blipFill>
          <a:blip r:embed="rId3"/>
          <a:stretch>
            <a:fillRect/>
          </a:stretch>
        </p:blipFill>
        <p:spPr>
          <a:xfrm>
            <a:off x="3067920" y="1626694"/>
            <a:ext cx="6080138" cy="190688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PlaceHolder 1"/>
          <p:cNvSpPr>
            <a:spLocks noGrp="1"/>
          </p:cNvSpPr>
          <p:nvPr>
            <p:ph type="title" idx="4294967295"/>
          </p:nvPr>
        </p:nvSpPr>
        <p:spPr>
          <a:xfrm>
            <a:off x="3167173" y="0"/>
            <a:ext cx="7715250" cy="695325"/>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4000" b="1" strike="noStrike" spc="-1" dirty="0">
                <a:solidFill>
                  <a:schemeClr val="dk1"/>
                </a:solidFill>
                <a:latin typeface="IBM Plex Serif" panose="02060503050406000203" pitchFamily="18" charset="0"/>
                <a:ea typeface="Syncopate"/>
              </a:rPr>
              <a:t>Feasibility Study</a:t>
            </a:r>
            <a:endParaRPr lang="fr-FR" sz="4000" b="1" strike="noStrike" spc="-1" dirty="0">
              <a:solidFill>
                <a:schemeClr val="dk1"/>
              </a:solidFill>
              <a:latin typeface="IBM Plex Serif" panose="02060503050406000203" pitchFamily="18" charset="0"/>
            </a:endParaRPr>
          </a:p>
        </p:txBody>
      </p:sp>
      <p:sp>
        <p:nvSpPr>
          <p:cNvPr id="97" name="PlaceHolder 2"/>
          <p:cNvSpPr>
            <a:spLocks noGrp="1"/>
          </p:cNvSpPr>
          <p:nvPr>
            <p:ph idx="4294967295"/>
          </p:nvPr>
        </p:nvSpPr>
        <p:spPr>
          <a:xfrm>
            <a:off x="3403515" y="439221"/>
            <a:ext cx="5524500" cy="3840162"/>
          </a:xfrm>
          <a:prstGeom prst="rect">
            <a:avLst/>
          </a:prstGeom>
          <a:noFill/>
          <a:ln w="0">
            <a:noFill/>
          </a:ln>
        </p:spPr>
        <p:txBody>
          <a:bodyPr lIns="91440" tIns="91440" rIns="91440" bIns="91440" anchor="t">
            <a:noAutofit/>
          </a:bodyPr>
          <a:lstStyle/>
          <a:p>
            <a:pPr marL="0" indent="0" algn="just">
              <a:buNone/>
            </a:pPr>
            <a:br>
              <a:rPr lang="en-US" sz="1800" b="1" i="0" cap="all" dirty="0">
                <a:effectLst/>
                <a:latin typeface="IBM Plex Sans" panose="020B0503050203000203" pitchFamily="34" charset="0"/>
              </a:rPr>
            </a:br>
            <a:r>
              <a:rPr lang="en-US" sz="1800" b="1" i="0" cap="all" dirty="0">
                <a:effectLst/>
                <a:latin typeface="IBM Plex Sans" panose="020B0503050203000203" pitchFamily="34" charset="0"/>
              </a:rPr>
              <a:t>Economic Feasibility</a:t>
            </a:r>
          </a:p>
          <a:p>
            <a:pPr marL="0" indent="0" algn="just">
              <a:buNone/>
            </a:pPr>
            <a:r>
              <a:rPr lang="en-US" sz="1200" b="0" i="0" dirty="0">
                <a:effectLst/>
                <a:latin typeface="IBM Plex Sans" panose="020B0503050203000203" pitchFamily="34" charset="0"/>
              </a:rPr>
              <a:t>The system requires minimal financial investment, using open-source tech and free-tier hosting.</a:t>
            </a:r>
          </a:p>
          <a:p>
            <a:pPr marL="0" indent="0" algn="just">
              <a:buNone/>
            </a:pPr>
            <a:r>
              <a:rPr lang="en-US" sz="1800" b="1" i="0" cap="all" dirty="0">
                <a:effectLst/>
                <a:latin typeface="IBM Plex Sans" panose="020B0503050203000203" pitchFamily="34" charset="0"/>
              </a:rPr>
              <a:t>Operational Feasibility</a:t>
            </a:r>
          </a:p>
          <a:p>
            <a:pPr marL="0" indent="0" algn="just">
              <a:buNone/>
            </a:pPr>
            <a:r>
              <a:rPr lang="en-US" sz="1200" b="0" i="0" dirty="0">
                <a:effectLst/>
                <a:latin typeface="IBM Plex Sans" panose="020B0503050203000203" pitchFamily="34" charset="0"/>
              </a:rPr>
              <a:t>Designed for efficiency on low-spec devices, ensuring wide accessibility for users.</a:t>
            </a:r>
          </a:p>
          <a:p>
            <a:pPr marL="0" indent="0" algn="just">
              <a:buNone/>
            </a:pPr>
            <a:r>
              <a:rPr lang="en-US" sz="1800" b="1" i="0" cap="all" dirty="0">
                <a:effectLst/>
                <a:latin typeface="IBM Plex Sans" panose="020B0503050203000203" pitchFamily="34" charset="0"/>
              </a:rPr>
              <a:t>Technical Feasibility</a:t>
            </a:r>
          </a:p>
          <a:p>
            <a:pPr marL="0" indent="0" algn="just">
              <a:buNone/>
            </a:pPr>
            <a:r>
              <a:rPr lang="en-US" sz="1200" b="0" i="0" dirty="0">
                <a:effectLst/>
                <a:latin typeface="IBM Plex Sans" panose="020B0503050203000203" pitchFamily="34" charset="0"/>
              </a:rPr>
              <a:t>Developed with popular frameworks like Node.js and React, ensuring user-friendly operation</a:t>
            </a:r>
            <a:r>
              <a:rPr lang="en-US" sz="1800" b="0" i="0" dirty="0">
                <a:effectLst/>
                <a:latin typeface="IBM Plex Sans" panose="020B0503050203000203" pitchFamily="34" charset="0"/>
              </a:rPr>
              <a:t>.</a:t>
            </a:r>
          </a:p>
          <a:p>
            <a:pPr marL="0" indent="0" algn="just">
              <a:buNone/>
            </a:pPr>
            <a:r>
              <a:rPr lang="en-US" sz="1800" b="1" i="0" cap="all" dirty="0">
                <a:solidFill>
                  <a:srgbClr val="000000"/>
                </a:solidFill>
                <a:effectLst/>
                <a:latin typeface="IBM Plex Sans" panose="020B0503050203000203" pitchFamily="34" charset="0"/>
              </a:rPr>
              <a:t>Schedule Feasibility</a:t>
            </a:r>
          </a:p>
          <a:p>
            <a:pPr marL="0" indent="0" algn="just">
              <a:buNone/>
            </a:pPr>
            <a:r>
              <a:rPr lang="en-US" sz="1200" b="0" i="0" dirty="0">
                <a:effectLst/>
                <a:latin typeface="IBM Plex Sans" panose="020B0503050203000203" pitchFamily="34" charset="0"/>
              </a:rPr>
              <a:t>Completion estimated in 3 to 4 months, covering all project phases efficiently.</a:t>
            </a:r>
          </a:p>
          <a:p>
            <a:pPr algn="just"/>
            <a:endParaRPr lang="fr-FR" sz="1800" b="0" strike="noStrike" spc="-1" dirty="0">
              <a:solidFill>
                <a:srgbClr val="000000"/>
              </a:solidFill>
              <a:latin typeface="IBM Plex Sans" panose="020B0503050203000203" pitchFamily="34" charset="0"/>
            </a:endParaRPr>
          </a:p>
        </p:txBody>
      </p:sp>
      <p:pic>
        <p:nvPicPr>
          <p:cNvPr id="106" name="Google Shape;178;p37"/>
          <p:cNvPicPr/>
          <p:nvPr/>
        </p:nvPicPr>
        <p:blipFill>
          <a:blip r:embed="rId2">
            <a:alphaModFix amt="61000"/>
            <a:extLst>
              <a:ext uri="{BEBA8EAE-BF5A-486C-A8C5-ECC9F3942E4B}">
                <a14:imgProps xmlns:a14="http://schemas.microsoft.com/office/drawing/2010/main">
                  <a14:imgLayer r:embed="rId3">
                    <a14:imgEffect>
                      <a14:sharpenSoften amount="-6000"/>
                    </a14:imgEffect>
                    <a14:imgEffect>
                      <a14:brightnessContrast bright="-19000"/>
                    </a14:imgEffect>
                  </a14:imgLayer>
                </a14:imgProps>
              </a:ext>
            </a:extLst>
          </a:blip>
          <a:srcRect l="5254" r="5254"/>
          <a:stretch/>
        </p:blipFill>
        <p:spPr>
          <a:xfrm>
            <a:off x="0" y="180"/>
            <a:ext cx="3233394" cy="4593085"/>
          </a:xfrm>
          <a:prstGeom prst="rect">
            <a:avLst/>
          </a:prstGeom>
          <a:ln w="0">
            <a:noFill/>
          </a:ln>
          <a:effectLst>
            <a:outerShdw blurRad="50800" dist="38100" dir="8100000" algn="tr" rotWithShape="0">
              <a:prstClr val="black">
                <a:alpha val="40000"/>
              </a:prstClr>
            </a:outerShdw>
          </a:effectLst>
        </p:spPr>
      </p:pic>
      <p:sp>
        <p:nvSpPr>
          <p:cNvPr id="2" name="Oval 1">
            <a:extLst>
              <a:ext uri="{FF2B5EF4-FFF2-40B4-BE49-F238E27FC236}">
                <a16:creationId xmlns:a16="http://schemas.microsoft.com/office/drawing/2014/main" id="{BA5E7FCC-0813-FEB5-1108-3B84B365AE4C}"/>
              </a:ext>
            </a:extLst>
          </p:cNvPr>
          <p:cNvSpPr/>
          <p:nvPr/>
        </p:nvSpPr>
        <p:spPr>
          <a:xfrm flipH="1" flipV="1">
            <a:off x="3346366" y="1007964"/>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Oval 2">
            <a:extLst>
              <a:ext uri="{FF2B5EF4-FFF2-40B4-BE49-F238E27FC236}">
                <a16:creationId xmlns:a16="http://schemas.microsoft.com/office/drawing/2014/main" id="{661D2D00-E2A2-4B18-15FD-DFD0C06CA4E1}"/>
              </a:ext>
            </a:extLst>
          </p:cNvPr>
          <p:cNvSpPr/>
          <p:nvPr/>
        </p:nvSpPr>
        <p:spPr>
          <a:xfrm flipH="1" flipV="1">
            <a:off x="3357795" y="1943985"/>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Oval 3">
            <a:extLst>
              <a:ext uri="{FF2B5EF4-FFF2-40B4-BE49-F238E27FC236}">
                <a16:creationId xmlns:a16="http://schemas.microsoft.com/office/drawing/2014/main" id="{4CA15801-E3D4-B8D2-87BE-ED2422CCE981}"/>
              </a:ext>
            </a:extLst>
          </p:cNvPr>
          <p:cNvSpPr/>
          <p:nvPr/>
        </p:nvSpPr>
        <p:spPr>
          <a:xfrm flipH="1" flipV="1">
            <a:off x="3380655" y="2925725"/>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553C619D-DB97-1F7A-757B-A0536BEF952F}"/>
              </a:ext>
            </a:extLst>
          </p:cNvPr>
          <p:cNvSpPr/>
          <p:nvPr/>
        </p:nvSpPr>
        <p:spPr>
          <a:xfrm flipH="1" flipV="1">
            <a:off x="3403515" y="4013790"/>
            <a:ext cx="45719"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B0A09E-FE57-D4A7-21EA-EC5FDB72205A}"/>
              </a:ext>
            </a:extLst>
          </p:cNvPr>
          <p:cNvSpPr txBox="1"/>
          <p:nvPr/>
        </p:nvSpPr>
        <p:spPr>
          <a:xfrm>
            <a:off x="2240395" y="110452"/>
            <a:ext cx="4572000" cy="731675"/>
          </a:xfrm>
          <a:prstGeom prst="rect">
            <a:avLst/>
          </a:prstGeom>
          <a:noFill/>
        </p:spPr>
        <p:txBody>
          <a:bodyPr wrap="square">
            <a:spAutoFit/>
          </a:bodyPr>
          <a:lstStyle/>
          <a:p>
            <a:pPr marL="0" indent="0" algn="l">
              <a:lnSpc>
                <a:spcPts val="5500"/>
              </a:lnSpc>
              <a:buNone/>
            </a:pPr>
            <a:r>
              <a:rPr lang="en-US" sz="3600" b="1" dirty="0">
                <a:solidFill>
                  <a:srgbClr val="00002E"/>
                </a:solidFill>
                <a:latin typeface="IBM Plex Serif" panose="02060503050406000203" pitchFamily="18" charset="0"/>
                <a:ea typeface="Nunito Semi Bold" pitchFamily="34" charset="-122"/>
                <a:cs typeface="Nunito Semi Bold" pitchFamily="34" charset="-120"/>
              </a:rPr>
              <a:t>METHODOLOGY</a:t>
            </a:r>
            <a:endParaRPr lang="en-US" sz="3600" b="1" dirty="0">
              <a:latin typeface="IBM Plex Serif" panose="02060503050406000203" pitchFamily="18" charset="0"/>
            </a:endParaRPr>
          </a:p>
        </p:txBody>
      </p:sp>
      <p:sp>
        <p:nvSpPr>
          <p:cNvPr id="4" name="Text 1">
            <a:extLst>
              <a:ext uri="{FF2B5EF4-FFF2-40B4-BE49-F238E27FC236}">
                <a16:creationId xmlns:a16="http://schemas.microsoft.com/office/drawing/2014/main" id="{D5996213-D535-82B8-D92F-2526C6558120}"/>
              </a:ext>
            </a:extLst>
          </p:cNvPr>
          <p:cNvSpPr/>
          <p:nvPr/>
        </p:nvSpPr>
        <p:spPr>
          <a:xfrm>
            <a:off x="830661" y="1089579"/>
            <a:ext cx="6880888" cy="1846087"/>
          </a:xfrm>
          <a:prstGeom prst="rect">
            <a:avLst/>
          </a:prstGeom>
          <a:noFill/>
          <a:ln/>
        </p:spPr>
        <p:txBody>
          <a:bodyPr wrap="square" lIns="0" tIns="0" rIns="0" bIns="0" rtlCol="0" anchor="t"/>
          <a:lstStyle/>
          <a:p>
            <a:pPr marL="0" indent="0" algn="just">
              <a:lnSpc>
                <a:spcPts val="3000"/>
              </a:lnSpc>
              <a:buNone/>
            </a:pPr>
            <a:r>
              <a:rPr lang="en-US" dirty="0">
                <a:solidFill>
                  <a:srgbClr val="00002E"/>
                </a:solidFill>
                <a:latin typeface="IBM Plex Sans" panose="020B0503050203000203" pitchFamily="34" charset="0"/>
                <a:ea typeface="PT Sans" pitchFamily="34" charset="-122"/>
                <a:cs typeface="PT Sans" pitchFamily="34" charset="-120"/>
              </a:rPr>
              <a:t>The methodology involves a structured approach to developing the real-time chat system. The algorithm outlines the steps for user authentication, account creation, establishing communication channels, and displaying the chatting page. The flowchart visually represents the process flow, while the use case diagram illustrates the interactions between users and the system. The E-R diagram defines the entities and relationships within the database.</a:t>
            </a:r>
            <a:endParaRPr lang="en-US" dirty="0">
              <a:latin typeface="IBM Plex Sans" panose="020B0503050203000203" pitchFamily="34" charset="0"/>
            </a:endParaRPr>
          </a:p>
        </p:txBody>
      </p:sp>
      <p:sp>
        <p:nvSpPr>
          <p:cNvPr id="6" name="TextBox 5">
            <a:extLst>
              <a:ext uri="{FF2B5EF4-FFF2-40B4-BE49-F238E27FC236}">
                <a16:creationId xmlns:a16="http://schemas.microsoft.com/office/drawing/2014/main" id="{450FB4FB-6FB0-F1C5-B8AC-3875B4E50FA9}"/>
              </a:ext>
            </a:extLst>
          </p:cNvPr>
          <p:cNvSpPr txBox="1"/>
          <p:nvPr/>
        </p:nvSpPr>
        <p:spPr>
          <a:xfrm>
            <a:off x="592617" y="4117404"/>
            <a:ext cx="4572000" cy="438646"/>
          </a:xfrm>
          <a:prstGeom prst="rect">
            <a:avLst/>
          </a:prstGeom>
          <a:noFill/>
        </p:spPr>
        <p:txBody>
          <a:bodyPr wrap="square">
            <a:spAutoFit/>
          </a:bodyPr>
          <a:lstStyle/>
          <a:p>
            <a:pPr marL="0" indent="0" algn="l">
              <a:lnSpc>
                <a:spcPts val="3000"/>
              </a:lnSpc>
              <a:buNone/>
            </a:pPr>
            <a:r>
              <a:rPr lang="en-US" sz="1800" b="1" dirty="0">
                <a:solidFill>
                  <a:srgbClr val="00002E"/>
                </a:solidFill>
                <a:latin typeface="PT Sans" pitchFamily="34" charset="0"/>
                <a:ea typeface="PT Sans" pitchFamily="34" charset="-122"/>
                <a:cs typeface="PT Sans" pitchFamily="34" charset="-120"/>
              </a:rPr>
              <a:t>Tools and Platforms</a:t>
            </a:r>
            <a:r>
              <a:rPr lang="en-US" sz="1800" dirty="0">
                <a:solidFill>
                  <a:srgbClr val="00002E"/>
                </a:solidFill>
                <a:latin typeface="PT Sans" pitchFamily="34" charset="0"/>
                <a:ea typeface="PT Sans" pitchFamily="34" charset="-122"/>
                <a:cs typeface="PT Sans" pitchFamily="34" charset="-120"/>
              </a:rPr>
              <a:t>: Visual Studio Code </a:t>
            </a:r>
            <a:endParaRPr lang="en-US" sz="1800" dirty="0"/>
          </a:p>
        </p:txBody>
      </p:sp>
    </p:spTree>
    <p:extLst>
      <p:ext uri="{BB962C8B-B14F-4D97-AF65-F5344CB8AC3E}">
        <p14:creationId xmlns:p14="http://schemas.microsoft.com/office/powerpoint/2010/main" val="13709344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2982C13-94E2-EBED-1E55-3C7A6F5044B6}"/>
              </a:ext>
            </a:extLst>
          </p:cNvPr>
          <p:cNvSpPr/>
          <p:nvPr/>
        </p:nvSpPr>
        <p:spPr>
          <a:xfrm>
            <a:off x="0" y="0"/>
            <a:ext cx="3025698" cy="5143500"/>
          </a:xfrm>
          <a:prstGeom prst="rect">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PlaceHolder 1"/>
          <p:cNvSpPr>
            <a:spLocks noGrp="1"/>
          </p:cNvSpPr>
          <p:nvPr>
            <p:ph type="title"/>
          </p:nvPr>
        </p:nvSpPr>
        <p:spPr>
          <a:xfrm>
            <a:off x="-1" y="1870562"/>
            <a:ext cx="3025697" cy="701188"/>
          </a:xfrm>
          <a:prstGeom prst="rect">
            <a:avLst/>
          </a:prstGeom>
          <a:noFill/>
          <a:ln w="0">
            <a:noFill/>
          </a:ln>
        </p:spPr>
        <p:txBody>
          <a:bodyPr lIns="91440" tIns="91440" rIns="91440" bIns="91440" anchor="b">
            <a:noAutofit/>
          </a:bodyPr>
          <a:lstStyle/>
          <a:p>
            <a:pPr indent="0" algn="ctr">
              <a:lnSpc>
                <a:spcPct val="100000"/>
              </a:lnSpc>
              <a:buNone/>
              <a:tabLst>
                <a:tab pos="0" algn="l"/>
              </a:tabLst>
            </a:pPr>
            <a:r>
              <a:rPr lang="en" sz="3600" b="1" strike="noStrike" spc="-1" dirty="0">
                <a:solidFill>
                  <a:schemeClr val="bg1"/>
                </a:solidFill>
                <a:latin typeface="IBM Plex Serif" panose="02060503050406000203" pitchFamily="18" charset="0"/>
                <a:ea typeface="Syncopate"/>
              </a:rPr>
              <a:t>Flowchart</a:t>
            </a:r>
            <a:endParaRPr lang="fr-FR" sz="3600" b="1" strike="noStrike" spc="-1" dirty="0">
              <a:solidFill>
                <a:schemeClr val="bg1"/>
              </a:solidFill>
              <a:latin typeface="IBM Plex Serif" panose="02060503050406000203" pitchFamily="18" charset="0"/>
            </a:endParaRPr>
          </a:p>
        </p:txBody>
      </p:sp>
      <p:pic>
        <p:nvPicPr>
          <p:cNvPr id="2" name="Picture 1">
            <a:extLst>
              <a:ext uri="{FF2B5EF4-FFF2-40B4-BE49-F238E27FC236}">
                <a16:creationId xmlns:a16="http://schemas.microsoft.com/office/drawing/2014/main" id="{1ECCD86E-FB13-CEA6-9121-53FF8AF28A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0029" y="0"/>
            <a:ext cx="4998254" cy="51435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PlaceHolder 1"/>
          <p:cNvSpPr>
            <a:spLocks noGrp="1"/>
          </p:cNvSpPr>
          <p:nvPr>
            <p:ph type="title" idx="4294967295"/>
          </p:nvPr>
        </p:nvSpPr>
        <p:spPr>
          <a:xfrm>
            <a:off x="3009273" y="-119949"/>
            <a:ext cx="7713662" cy="695326"/>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4000" b="1" strike="noStrike" spc="-1" dirty="0">
                <a:solidFill>
                  <a:schemeClr val="dk1"/>
                </a:solidFill>
                <a:latin typeface="IBM Plex Serif" panose="02060503050406000203" pitchFamily="18" charset="0"/>
                <a:ea typeface="Syncopate"/>
              </a:rPr>
              <a:t>ALGORITM</a:t>
            </a:r>
            <a:endParaRPr lang="fr-FR" sz="4000" b="1" strike="noStrike" spc="-1" dirty="0">
              <a:solidFill>
                <a:schemeClr val="dk1"/>
              </a:solidFill>
              <a:latin typeface="IBM Plex Serif" panose="02060503050406000203" pitchFamily="18" charset="0"/>
            </a:endParaRPr>
          </a:p>
        </p:txBody>
      </p:sp>
      <p:sp>
        <p:nvSpPr>
          <p:cNvPr id="103" name="PlaceHolder 2"/>
          <p:cNvSpPr>
            <a:spLocks noGrp="1"/>
          </p:cNvSpPr>
          <p:nvPr>
            <p:ph idx="4294967295"/>
          </p:nvPr>
        </p:nvSpPr>
        <p:spPr>
          <a:xfrm>
            <a:off x="621603" y="338068"/>
            <a:ext cx="7095387" cy="4995198"/>
          </a:xfrm>
          <a:prstGeom prst="rect">
            <a:avLst/>
          </a:prstGeom>
          <a:noFill/>
          <a:ln w="0">
            <a:noFill/>
          </a:ln>
        </p:spPr>
        <p:txBody>
          <a:bodyPr lIns="91440" tIns="91440" rIns="91440" bIns="91440" anchor="t">
            <a:noAutofit/>
          </a:bodyPr>
          <a:lstStyle/>
          <a:p>
            <a:pPr marL="0" marR="0" indent="0" algn="just">
              <a:lnSpc>
                <a:spcPct val="100000"/>
              </a:lnSpc>
              <a:spcBef>
                <a:spcPts val="600"/>
              </a:spcBef>
              <a:spcAft>
                <a:spcPts val="600"/>
              </a:spcAft>
              <a:buNone/>
            </a:pPr>
            <a:r>
              <a:rPr lang="en-US" sz="1400" kern="100" dirty="0">
                <a:effectLst/>
                <a:latin typeface="IBM Plex Sans" panose="020B0503050203000203" pitchFamily="34" charset="0"/>
                <a:ea typeface="Tahoma" panose="020B0604030504040204" pitchFamily="34" charset="0"/>
                <a:cs typeface="Times New Roman" panose="02020603050405020304" pitchFamily="18" charset="0"/>
              </a:rPr>
              <a:t>1. Start</a:t>
            </a:r>
          </a:p>
          <a:p>
            <a:pPr marL="0" marR="0" indent="0" algn="just">
              <a:lnSpc>
                <a:spcPct val="100000"/>
              </a:lnSpc>
              <a:spcBef>
                <a:spcPts val="600"/>
              </a:spcBef>
              <a:spcAft>
                <a:spcPts val="0"/>
              </a:spcAft>
              <a:buNone/>
            </a:pPr>
            <a:r>
              <a:rPr lang="en-US" sz="1400" kern="100" dirty="0">
                <a:effectLst/>
                <a:latin typeface="IBM Plex Sans" panose="020B0503050203000203" pitchFamily="34" charset="0"/>
                <a:ea typeface="Tahoma" panose="020B0604030504040204" pitchFamily="34" charset="0"/>
                <a:cs typeface="Times New Roman" panose="02020603050405020304" pitchFamily="18" charset="0"/>
              </a:rPr>
              <a:t>2. Ask the user: "Do you have an account?"</a:t>
            </a:r>
          </a:p>
          <a:p>
            <a:pPr marL="0" marR="0" indent="0" algn="just">
              <a:lnSpc>
                <a:spcPct val="100000"/>
              </a:lnSpc>
              <a:spcBef>
                <a:spcPts val="600"/>
              </a:spcBef>
              <a:spcAft>
                <a:spcPts val="600"/>
              </a:spcAft>
              <a:buNone/>
            </a:pPr>
            <a:r>
              <a:rPr lang="en-US" sz="1400" kern="100" dirty="0">
                <a:effectLst/>
                <a:latin typeface="IBM Plex Sans" panose="020B0503050203000203" pitchFamily="34" charset="0"/>
                <a:ea typeface="Tahoma" panose="020B0604030504040204" pitchFamily="34" charset="0"/>
                <a:cs typeface="Times New Roman" panose="02020603050405020304" pitchFamily="18" charset="0"/>
              </a:rPr>
              <a:t>   - If No, go to step 3.</a:t>
            </a:r>
          </a:p>
          <a:p>
            <a:pPr marL="0" marR="0" indent="0" algn="just">
              <a:lnSpc>
                <a:spcPct val="100000"/>
              </a:lnSpc>
              <a:spcBef>
                <a:spcPts val="600"/>
              </a:spcBef>
              <a:spcAft>
                <a:spcPts val="600"/>
              </a:spcAft>
              <a:buNone/>
            </a:pPr>
            <a:r>
              <a:rPr lang="en-US" sz="1400" kern="100" dirty="0">
                <a:effectLst/>
                <a:latin typeface="IBM Plex Sans" panose="020B0503050203000203" pitchFamily="34" charset="0"/>
                <a:ea typeface="Tahoma" panose="020B0604030504040204" pitchFamily="34" charset="0"/>
                <a:cs typeface="Times New Roman" panose="02020603050405020304" pitchFamily="18" charset="0"/>
              </a:rPr>
              <a:t>   - If Yes, go to step 4.</a:t>
            </a:r>
          </a:p>
          <a:p>
            <a:pPr marL="0" marR="0" indent="0" algn="just">
              <a:lnSpc>
                <a:spcPct val="100000"/>
              </a:lnSpc>
              <a:spcBef>
                <a:spcPts val="600"/>
              </a:spcBef>
              <a:spcAft>
                <a:spcPts val="600"/>
              </a:spcAft>
              <a:buNone/>
            </a:pPr>
            <a:r>
              <a:rPr lang="en-US" sz="1400" kern="100" dirty="0">
                <a:effectLst/>
                <a:latin typeface="IBM Plex Sans" panose="020B0503050203000203" pitchFamily="34" charset="0"/>
                <a:ea typeface="Tahoma" panose="020B0604030504040204" pitchFamily="34" charset="0"/>
                <a:cs typeface="Times New Roman" panose="02020603050405020304" pitchFamily="18" charset="0"/>
              </a:rPr>
              <a:t>3. Create a new account.</a:t>
            </a:r>
          </a:p>
          <a:p>
            <a:pPr marL="0" marR="0" indent="0" algn="just">
              <a:lnSpc>
                <a:spcPct val="100000"/>
              </a:lnSpc>
              <a:spcBef>
                <a:spcPts val="600"/>
              </a:spcBef>
              <a:spcAft>
                <a:spcPts val="600"/>
              </a:spcAft>
              <a:buNone/>
            </a:pPr>
            <a:r>
              <a:rPr lang="en-US" sz="1400" kern="100" dirty="0">
                <a:effectLst/>
                <a:latin typeface="IBM Plex Sans" panose="020B0503050203000203" pitchFamily="34" charset="0"/>
                <a:ea typeface="Tahoma" panose="020B0604030504040204" pitchFamily="34" charset="0"/>
                <a:cs typeface="Times New Roman" panose="02020603050405020304" pitchFamily="18" charset="0"/>
              </a:rPr>
              <a:t>   - Proceed to step 4.</a:t>
            </a:r>
          </a:p>
          <a:p>
            <a:pPr marL="0" marR="0" indent="0" algn="just">
              <a:lnSpc>
                <a:spcPct val="100000"/>
              </a:lnSpc>
              <a:spcBef>
                <a:spcPts val="600"/>
              </a:spcBef>
              <a:spcAft>
                <a:spcPts val="600"/>
              </a:spcAft>
              <a:buNone/>
            </a:pPr>
            <a:r>
              <a:rPr lang="en-US" sz="1400" kern="100" dirty="0">
                <a:effectLst/>
                <a:latin typeface="IBM Plex Sans" panose="020B0503050203000203" pitchFamily="34" charset="0"/>
                <a:ea typeface="Tahoma" panose="020B0604030504040204" pitchFamily="34" charset="0"/>
                <a:cs typeface="Times New Roman" panose="02020603050405020304" pitchFamily="18" charset="0"/>
              </a:rPr>
              <a:t>4. Enter credentials.</a:t>
            </a:r>
          </a:p>
          <a:p>
            <a:pPr marL="0" marR="0" indent="0" algn="just">
              <a:lnSpc>
                <a:spcPct val="100000"/>
              </a:lnSpc>
              <a:spcBef>
                <a:spcPts val="600"/>
              </a:spcBef>
              <a:spcAft>
                <a:spcPts val="600"/>
              </a:spcAft>
              <a:buNone/>
            </a:pPr>
            <a:r>
              <a:rPr lang="en-US" sz="1400" kern="100" dirty="0">
                <a:effectLst/>
                <a:latin typeface="IBM Plex Sans" panose="020B0503050203000203" pitchFamily="34" charset="0"/>
                <a:ea typeface="Tahoma" panose="020B0604030504040204" pitchFamily="34" charset="0"/>
                <a:cs typeface="Times New Roman" panose="02020603050405020304" pitchFamily="18" charset="0"/>
              </a:rPr>
              <a:t>5. Check if credentials are valid:</a:t>
            </a:r>
          </a:p>
          <a:p>
            <a:pPr marL="0" marR="0" indent="0" algn="just">
              <a:lnSpc>
                <a:spcPct val="100000"/>
              </a:lnSpc>
              <a:spcBef>
                <a:spcPts val="600"/>
              </a:spcBef>
              <a:spcAft>
                <a:spcPts val="600"/>
              </a:spcAft>
              <a:buNone/>
            </a:pPr>
            <a:r>
              <a:rPr lang="en-US" sz="1400" kern="100" dirty="0">
                <a:effectLst/>
                <a:latin typeface="IBM Plex Sans" panose="020B0503050203000203" pitchFamily="34" charset="0"/>
                <a:ea typeface="Tahoma" panose="020B0604030504040204" pitchFamily="34" charset="0"/>
                <a:cs typeface="Times New Roman" panose="02020603050405020304" pitchFamily="18" charset="0"/>
              </a:rPr>
              <a:t>   - If No, prompt the user to re-enter credentials (loop back to step 4).</a:t>
            </a:r>
          </a:p>
          <a:p>
            <a:pPr marL="0" marR="0" indent="0" algn="just">
              <a:lnSpc>
                <a:spcPct val="100000"/>
              </a:lnSpc>
              <a:spcBef>
                <a:spcPts val="600"/>
              </a:spcBef>
              <a:spcAft>
                <a:spcPts val="600"/>
              </a:spcAft>
              <a:buNone/>
            </a:pPr>
            <a:r>
              <a:rPr lang="en-US" sz="1400" kern="100" dirty="0">
                <a:effectLst/>
                <a:latin typeface="IBM Plex Sans" panose="020B0503050203000203" pitchFamily="34" charset="0"/>
                <a:ea typeface="Tahoma" panose="020B0604030504040204" pitchFamily="34" charset="0"/>
                <a:cs typeface="Times New Roman" panose="02020603050405020304" pitchFamily="18" charset="0"/>
              </a:rPr>
              <a:t>   - If Yes, proceed to step 6.</a:t>
            </a:r>
          </a:p>
          <a:p>
            <a:pPr marL="0" marR="0" indent="0" algn="just">
              <a:lnSpc>
                <a:spcPct val="100000"/>
              </a:lnSpc>
              <a:spcBef>
                <a:spcPts val="600"/>
              </a:spcBef>
              <a:spcAft>
                <a:spcPts val="600"/>
              </a:spcAft>
              <a:buNone/>
            </a:pPr>
            <a:r>
              <a:rPr lang="en-US" sz="1400" kern="100" dirty="0">
                <a:effectLst/>
                <a:latin typeface="IBM Plex Sans" panose="020B0503050203000203" pitchFamily="34" charset="0"/>
                <a:ea typeface="Tahoma" panose="020B0604030504040204" pitchFamily="34" charset="0"/>
                <a:cs typeface="Times New Roman" panose="02020603050405020304" pitchFamily="18" charset="0"/>
              </a:rPr>
              <a:t>6. Display homepage.</a:t>
            </a:r>
          </a:p>
          <a:p>
            <a:pPr marL="0" marR="0" indent="0" algn="just">
              <a:lnSpc>
                <a:spcPct val="100000"/>
              </a:lnSpc>
              <a:spcBef>
                <a:spcPts val="600"/>
              </a:spcBef>
              <a:spcAft>
                <a:spcPts val="600"/>
              </a:spcAft>
              <a:buNone/>
            </a:pPr>
            <a:r>
              <a:rPr lang="en-US" sz="1400" kern="100" dirty="0">
                <a:effectLst/>
                <a:latin typeface="IBM Plex Sans" panose="020B0503050203000203" pitchFamily="34" charset="0"/>
                <a:ea typeface="Tahoma" panose="020B0604030504040204" pitchFamily="34" charset="0"/>
                <a:cs typeface="Times New Roman" panose="02020603050405020304" pitchFamily="18" charset="0"/>
              </a:rPr>
              <a:t>7. Ask the user to enter another user's ID or username.</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PlaceHolder 2"/>
          <p:cNvSpPr>
            <a:spLocks noGrp="1"/>
          </p:cNvSpPr>
          <p:nvPr>
            <p:ph idx="4294967295"/>
          </p:nvPr>
        </p:nvSpPr>
        <p:spPr>
          <a:xfrm>
            <a:off x="315470" y="0"/>
            <a:ext cx="5075237" cy="1952625"/>
          </a:xfrm>
          <a:prstGeom prst="rect">
            <a:avLst/>
          </a:prstGeom>
          <a:noFill/>
          <a:ln w="0">
            <a:noFill/>
          </a:ln>
        </p:spPr>
        <p:txBody>
          <a:bodyPr lIns="91440" tIns="91440" rIns="91440" bIns="91440" anchor="t">
            <a:noAutofit/>
          </a:bodyPr>
          <a:lstStyle/>
          <a:p>
            <a:pPr marL="0" marR="0" indent="0">
              <a:lnSpc>
                <a:spcPct val="100000"/>
              </a:lnSpc>
              <a:spcBef>
                <a:spcPts val="600"/>
              </a:spcBef>
              <a:spcAft>
                <a:spcPts val="600"/>
              </a:spcAft>
              <a:buNone/>
            </a:pPr>
            <a:r>
              <a:rPr lang="en-US" sz="1600" kern="100" dirty="0">
                <a:effectLst/>
                <a:latin typeface="IBM Plex Sans" panose="020B0503050203000203" pitchFamily="34" charset="0"/>
                <a:ea typeface="Tahoma" panose="020B0604030504040204" pitchFamily="34" charset="0"/>
                <a:cs typeface="Times New Roman" panose="02020603050405020304" pitchFamily="18" charset="0"/>
              </a:rPr>
              <a:t>8. Check if the entered user exists:</a:t>
            </a:r>
          </a:p>
          <a:p>
            <a:pPr marL="0" marR="0" indent="0">
              <a:lnSpc>
                <a:spcPct val="100000"/>
              </a:lnSpc>
              <a:spcBef>
                <a:spcPts val="600"/>
              </a:spcBef>
              <a:spcAft>
                <a:spcPts val="600"/>
              </a:spcAft>
              <a:buNone/>
            </a:pPr>
            <a:r>
              <a:rPr lang="en-US" sz="1600" kern="100" dirty="0">
                <a:effectLst/>
                <a:latin typeface="IBM Plex Sans" panose="020B0503050203000203" pitchFamily="34" charset="0"/>
                <a:ea typeface="Tahoma" panose="020B0604030504040204" pitchFamily="34" charset="0"/>
                <a:cs typeface="Times New Roman" panose="02020603050405020304" pitchFamily="18" charset="0"/>
              </a:rPr>
              <a:t>   - If No, return to step 7.</a:t>
            </a:r>
          </a:p>
          <a:p>
            <a:pPr marL="0" marR="0" indent="0">
              <a:lnSpc>
                <a:spcPct val="100000"/>
              </a:lnSpc>
              <a:spcBef>
                <a:spcPts val="600"/>
              </a:spcBef>
              <a:spcAft>
                <a:spcPts val="600"/>
              </a:spcAft>
              <a:buNone/>
            </a:pPr>
            <a:r>
              <a:rPr lang="en-US" sz="1600" kern="100" dirty="0">
                <a:effectLst/>
                <a:latin typeface="IBM Plex Sans" panose="020B0503050203000203" pitchFamily="34" charset="0"/>
                <a:ea typeface="Tahoma" panose="020B0604030504040204" pitchFamily="34" charset="0"/>
                <a:cs typeface="Times New Roman" panose="02020603050405020304" pitchFamily="18" charset="0"/>
              </a:rPr>
              <a:t>   - If Yes, proceed to step 9.</a:t>
            </a:r>
          </a:p>
          <a:p>
            <a:pPr marL="0" marR="0" indent="0">
              <a:lnSpc>
                <a:spcPct val="100000"/>
              </a:lnSpc>
              <a:spcBef>
                <a:spcPts val="600"/>
              </a:spcBef>
              <a:spcAft>
                <a:spcPts val="600"/>
              </a:spcAft>
              <a:buNone/>
            </a:pPr>
            <a:r>
              <a:rPr lang="en-US" sz="1600" kern="100" dirty="0">
                <a:effectLst/>
                <a:latin typeface="IBM Plex Sans" panose="020B0503050203000203" pitchFamily="34" charset="0"/>
                <a:ea typeface="Tahoma" panose="020B0604030504040204" pitchFamily="34" charset="0"/>
                <a:cs typeface="Times New Roman" panose="02020603050405020304" pitchFamily="18" charset="0"/>
              </a:rPr>
              <a:t>9. Display the search result and send a friend request to the target user.</a:t>
            </a:r>
          </a:p>
          <a:p>
            <a:pPr marL="0" marR="0" indent="0">
              <a:lnSpc>
                <a:spcPct val="100000"/>
              </a:lnSpc>
              <a:spcBef>
                <a:spcPts val="600"/>
              </a:spcBef>
              <a:spcAft>
                <a:spcPts val="600"/>
              </a:spcAft>
              <a:buNone/>
            </a:pPr>
            <a:r>
              <a:rPr lang="en-US" sz="1600" kern="100" dirty="0">
                <a:effectLst/>
                <a:latin typeface="IBM Plex Sans" panose="020B0503050203000203" pitchFamily="34" charset="0"/>
                <a:ea typeface="Tahoma" panose="020B0604030504040204" pitchFamily="34" charset="0"/>
                <a:cs typeface="Times New Roman" panose="02020603050405020304" pitchFamily="18" charset="0"/>
              </a:rPr>
              <a:t>10. Ask the target user for validation.</a:t>
            </a:r>
          </a:p>
          <a:p>
            <a:pPr marL="0" marR="0" indent="0">
              <a:lnSpc>
                <a:spcPct val="100000"/>
              </a:lnSpc>
              <a:spcBef>
                <a:spcPts val="600"/>
              </a:spcBef>
              <a:spcAft>
                <a:spcPts val="600"/>
              </a:spcAft>
              <a:buNone/>
            </a:pPr>
            <a:r>
              <a:rPr lang="en-US" sz="1600" kern="100" dirty="0">
                <a:effectLst/>
                <a:latin typeface="IBM Plex Sans" panose="020B0503050203000203" pitchFamily="34" charset="0"/>
                <a:ea typeface="Tahoma" panose="020B0604030504040204" pitchFamily="34" charset="0"/>
                <a:cs typeface="Times New Roman" panose="02020603050405020304" pitchFamily="18" charset="0"/>
              </a:rPr>
              <a:t>11. Check if the target user accepts the request:</a:t>
            </a:r>
          </a:p>
          <a:p>
            <a:pPr marL="0" marR="0" indent="0">
              <a:lnSpc>
                <a:spcPct val="100000"/>
              </a:lnSpc>
              <a:spcBef>
                <a:spcPts val="600"/>
              </a:spcBef>
              <a:spcAft>
                <a:spcPts val="600"/>
              </a:spcAft>
              <a:buNone/>
            </a:pPr>
            <a:r>
              <a:rPr lang="en-US" sz="1600" kern="100" dirty="0">
                <a:effectLst/>
                <a:latin typeface="IBM Plex Sans" panose="020B0503050203000203" pitchFamily="34" charset="0"/>
                <a:ea typeface="Tahoma" panose="020B0604030504040204" pitchFamily="34" charset="0"/>
                <a:cs typeface="Times New Roman" panose="02020603050405020304" pitchFamily="18" charset="0"/>
              </a:rPr>
              <a:t>    - If No, reject the request and stop.</a:t>
            </a:r>
          </a:p>
          <a:p>
            <a:pPr marL="0" marR="0" indent="0">
              <a:lnSpc>
                <a:spcPct val="100000"/>
              </a:lnSpc>
              <a:spcBef>
                <a:spcPts val="600"/>
              </a:spcBef>
              <a:spcAft>
                <a:spcPts val="600"/>
              </a:spcAft>
              <a:buNone/>
            </a:pPr>
            <a:r>
              <a:rPr lang="en-US" sz="1600" kern="100" dirty="0">
                <a:effectLst/>
                <a:latin typeface="IBM Plex Sans" panose="020B0503050203000203" pitchFamily="34" charset="0"/>
                <a:ea typeface="Tahoma" panose="020B0604030504040204" pitchFamily="34" charset="0"/>
                <a:cs typeface="Times New Roman" panose="02020603050405020304" pitchFamily="18" charset="0"/>
              </a:rPr>
              <a:t>    - If Yes, proceed to step 12.</a:t>
            </a:r>
          </a:p>
          <a:p>
            <a:pPr marL="0" marR="0" indent="0">
              <a:lnSpc>
                <a:spcPct val="100000"/>
              </a:lnSpc>
              <a:spcBef>
                <a:spcPts val="600"/>
              </a:spcBef>
              <a:spcAft>
                <a:spcPts val="600"/>
              </a:spcAft>
              <a:buNone/>
            </a:pPr>
            <a:r>
              <a:rPr lang="en-US" sz="1600" kern="100" dirty="0">
                <a:effectLst/>
                <a:latin typeface="IBM Plex Sans" panose="020B0503050203000203" pitchFamily="34" charset="0"/>
                <a:ea typeface="Tahoma" panose="020B0604030504040204" pitchFamily="34" charset="0"/>
                <a:cs typeface="Times New Roman" panose="02020603050405020304" pitchFamily="18" charset="0"/>
              </a:rPr>
              <a:t>12. Establish a communication channel.</a:t>
            </a:r>
          </a:p>
          <a:p>
            <a:pPr marL="0" marR="0" indent="0">
              <a:lnSpc>
                <a:spcPct val="100000"/>
              </a:lnSpc>
              <a:spcBef>
                <a:spcPts val="600"/>
              </a:spcBef>
              <a:spcAft>
                <a:spcPts val="600"/>
              </a:spcAft>
              <a:buNone/>
            </a:pPr>
            <a:r>
              <a:rPr lang="en-US" sz="1600" kern="100" dirty="0">
                <a:effectLst/>
                <a:latin typeface="IBM Plex Sans" panose="020B0503050203000203" pitchFamily="34" charset="0"/>
                <a:ea typeface="Tahoma" panose="020B0604030504040204" pitchFamily="34" charset="0"/>
                <a:cs typeface="Times New Roman" panose="02020603050405020304" pitchFamily="18" charset="0"/>
              </a:rPr>
              <a:t>13. Display the chatting page with the target user.</a:t>
            </a:r>
          </a:p>
          <a:p>
            <a:pPr marL="0" indent="0">
              <a:lnSpc>
                <a:spcPct val="100000"/>
              </a:lnSpc>
              <a:buNone/>
            </a:pPr>
            <a:r>
              <a:rPr lang="en-US" sz="1600" kern="100" dirty="0">
                <a:effectLst/>
                <a:latin typeface="IBM Plex Sans" panose="020B0503050203000203" pitchFamily="34" charset="0"/>
                <a:ea typeface="Tahoma" panose="020B0604030504040204" pitchFamily="34" charset="0"/>
                <a:cs typeface="Times New Roman" panose="02020603050405020304" pitchFamily="18" charset="0"/>
              </a:rPr>
              <a:t>14. Stop.</a:t>
            </a:r>
            <a:endParaRPr lang="fr-FR" sz="1600" b="0" strike="noStrike" spc="-1" dirty="0">
              <a:solidFill>
                <a:srgbClr val="000000"/>
              </a:solidFill>
              <a:latin typeface="IBM Plex Sans" panose="020B0503050203000203" pitchFamily="34"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4665901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2911891-97ED-890C-A9C3-288C31BCDD5F}"/>
              </a:ext>
            </a:extLst>
          </p:cNvPr>
          <p:cNvSpPr/>
          <p:nvPr/>
        </p:nvSpPr>
        <p:spPr>
          <a:xfrm>
            <a:off x="0" y="0"/>
            <a:ext cx="2899317" cy="4624039"/>
          </a:xfrm>
          <a:prstGeom prst="rect">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37E12891-7D91-2892-ED26-664CE1D9C3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5015" y="0"/>
            <a:ext cx="5873395" cy="4557283"/>
          </a:xfrm>
          <a:prstGeom prst="rect">
            <a:avLst/>
          </a:prstGeom>
        </p:spPr>
      </p:pic>
      <p:sp>
        <p:nvSpPr>
          <p:cNvPr id="104" name="PlaceHolder 1"/>
          <p:cNvSpPr>
            <a:spLocks noGrp="1"/>
          </p:cNvSpPr>
          <p:nvPr>
            <p:ph type="title" idx="4294967295"/>
          </p:nvPr>
        </p:nvSpPr>
        <p:spPr>
          <a:xfrm>
            <a:off x="59473" y="1330712"/>
            <a:ext cx="2839844" cy="1360449"/>
          </a:xfrm>
          <a:prstGeom prst="rect">
            <a:avLst/>
          </a:prstGeom>
          <a:noFill/>
          <a:ln w="0">
            <a:noFill/>
          </a:ln>
        </p:spPr>
        <p:txBody>
          <a:bodyPr lIns="91440" tIns="91440" rIns="91440" bIns="91440" anchor="t">
            <a:normAutofit fontScale="90000"/>
          </a:bodyPr>
          <a:lstStyle/>
          <a:p>
            <a:pPr indent="0">
              <a:lnSpc>
                <a:spcPct val="100000"/>
              </a:lnSpc>
              <a:buNone/>
              <a:tabLst>
                <a:tab pos="0" algn="l"/>
              </a:tabLst>
            </a:pPr>
            <a:r>
              <a:rPr lang="en" sz="4000" b="1" strike="noStrike" spc="-1" dirty="0">
                <a:solidFill>
                  <a:schemeClr val="bg1"/>
                </a:solidFill>
                <a:latin typeface="IBM Plex Serif" panose="02060503050406000203" pitchFamily="18" charset="0"/>
                <a:ea typeface="Syncopate"/>
              </a:rPr>
              <a:t>USE CASE DIAGRAM</a:t>
            </a:r>
            <a:endParaRPr lang="fr-FR" sz="4000" b="1" strike="noStrike" spc="-1" dirty="0">
              <a:solidFill>
                <a:schemeClr val="bg1"/>
              </a:solidFill>
              <a:latin typeface="IBM Plex Serif" panose="02060503050406000203"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6575ED9-D484-70B6-0D8F-C880A26CF24C}"/>
              </a:ext>
            </a:extLst>
          </p:cNvPr>
          <p:cNvSpPr/>
          <p:nvPr/>
        </p:nvSpPr>
        <p:spPr>
          <a:xfrm>
            <a:off x="0" y="0"/>
            <a:ext cx="3136605" cy="4624039"/>
          </a:xfrm>
          <a:prstGeom prst="rect">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PlaceHolder 2"/>
          <p:cNvSpPr>
            <a:spLocks noGrp="1"/>
          </p:cNvSpPr>
          <p:nvPr>
            <p:ph type="title" idx="4294967295"/>
          </p:nvPr>
        </p:nvSpPr>
        <p:spPr>
          <a:xfrm>
            <a:off x="-119551" y="1702419"/>
            <a:ext cx="3256156" cy="1009650"/>
          </a:xfrm>
          <a:prstGeom prst="rect">
            <a:avLst/>
          </a:prstGeom>
          <a:noFill/>
          <a:ln w="0">
            <a:noFill/>
          </a:ln>
        </p:spPr>
        <p:txBody>
          <a:bodyPr lIns="91440" tIns="91440" rIns="91440" bIns="91440" anchor="t">
            <a:normAutofit/>
          </a:bodyPr>
          <a:lstStyle/>
          <a:p>
            <a:pPr indent="0">
              <a:lnSpc>
                <a:spcPct val="100000"/>
              </a:lnSpc>
              <a:buNone/>
              <a:tabLst>
                <a:tab pos="0" algn="l"/>
              </a:tabLst>
            </a:pPr>
            <a:r>
              <a:rPr lang="en" sz="3600" b="1" strike="noStrike" spc="-1" dirty="0">
                <a:solidFill>
                  <a:schemeClr val="bg1"/>
                </a:solidFill>
                <a:latin typeface="IBM Plex Serif" panose="02060503050406000203" pitchFamily="18" charset="0"/>
                <a:ea typeface="Syncopate"/>
              </a:rPr>
              <a:t>ER</a:t>
            </a:r>
            <a:r>
              <a:rPr lang="en" sz="3600" b="1" strike="noStrike" spc="-1" dirty="0">
                <a:latin typeface="IBM Plex Serif" panose="02060503050406000203" pitchFamily="18" charset="0"/>
                <a:ea typeface="Syncopate"/>
              </a:rPr>
              <a:t> </a:t>
            </a:r>
            <a:r>
              <a:rPr lang="en" sz="3600" b="1" strike="noStrike" spc="-1" dirty="0">
                <a:solidFill>
                  <a:schemeClr val="bg1"/>
                </a:solidFill>
                <a:latin typeface="IBM Plex Serif" panose="02060503050406000203" pitchFamily="18" charset="0"/>
                <a:ea typeface="Syncopate"/>
              </a:rPr>
              <a:t>DIAGRAM</a:t>
            </a:r>
            <a:endParaRPr lang="fr-FR" sz="3600" b="1" strike="noStrike" spc="-1" dirty="0">
              <a:solidFill>
                <a:schemeClr val="bg1"/>
              </a:solidFill>
              <a:latin typeface="IBM Plex Serif" panose="02060503050406000203" pitchFamily="18" charset="0"/>
            </a:endParaRPr>
          </a:p>
        </p:txBody>
      </p:sp>
      <p:pic>
        <p:nvPicPr>
          <p:cNvPr id="2" name="Picture 1">
            <a:extLst>
              <a:ext uri="{FF2B5EF4-FFF2-40B4-BE49-F238E27FC236}">
                <a16:creationId xmlns:a16="http://schemas.microsoft.com/office/drawing/2014/main" id="{F7F8FC86-AA0D-DC08-DA2D-93FA0423A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6605" y="0"/>
            <a:ext cx="6007395" cy="462516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 name="Google Shape;308;p46"/>
          <p:cNvPicPr/>
          <p:nvPr/>
        </p:nvPicPr>
        <p:blipFill>
          <a:blip r:embed="rId2"/>
          <a:srcRect l="4815" r="4807"/>
          <a:stretch/>
        </p:blipFill>
        <p:spPr>
          <a:xfrm>
            <a:off x="0" y="180"/>
            <a:ext cx="3097800" cy="5143320"/>
          </a:xfrm>
          <a:prstGeom prst="rect">
            <a:avLst/>
          </a:prstGeom>
          <a:ln w="0">
            <a:noFill/>
          </a:ln>
        </p:spPr>
      </p:pic>
      <p:sp>
        <p:nvSpPr>
          <p:cNvPr id="4" name="PlaceHolder 1">
            <a:extLst>
              <a:ext uri="{FF2B5EF4-FFF2-40B4-BE49-F238E27FC236}">
                <a16:creationId xmlns:a16="http://schemas.microsoft.com/office/drawing/2014/main" id="{73F55CD3-B187-EF6C-369A-63F0FF9ED8F7}"/>
              </a:ext>
            </a:extLst>
          </p:cNvPr>
          <p:cNvSpPr txBox="1">
            <a:spLocks/>
          </p:cNvSpPr>
          <p:nvPr/>
        </p:nvSpPr>
        <p:spPr>
          <a:xfrm>
            <a:off x="2843990" y="199658"/>
            <a:ext cx="6123709" cy="2261452"/>
          </a:xfrm>
          <a:prstGeom prst="rect">
            <a:avLst/>
          </a:prstGeom>
          <a:noFill/>
          <a:ln w="0">
            <a:noFill/>
          </a:ln>
        </p:spPr>
        <p:txBody>
          <a:bodyPr lIns="91440" tIns="91440" rIns="91440" bIns="91440" anchor="b">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lnSpc>
                <a:spcPct val="100000"/>
              </a:lnSpc>
              <a:tabLst>
                <a:tab pos="0" algn="l"/>
              </a:tabLst>
            </a:pPr>
            <a:r>
              <a:rPr lang="en" sz="8800" b="1" spc="-1" dirty="0">
                <a:solidFill>
                  <a:schemeClr val="lt1"/>
                </a:solidFill>
                <a:latin typeface="IBM Plex Sans" panose="020B0503050203000203" pitchFamily="34" charset="0"/>
                <a:ea typeface="Syncopate"/>
              </a:rPr>
              <a:t>Thank you!</a:t>
            </a:r>
            <a:endParaRPr lang="fr-FR" sz="8800" b="1" spc="-1" dirty="0">
              <a:solidFill>
                <a:schemeClr val="dk1"/>
              </a:solidFill>
              <a:latin typeface="IBM Plex Sans" panose="020B0503050203000203" pitchFamily="34" charset="0"/>
            </a:endParaRPr>
          </a:p>
        </p:txBody>
      </p:sp>
    </p:spTree>
    <p:extLst>
      <p:ext uri="{BB962C8B-B14F-4D97-AF65-F5344CB8AC3E}">
        <p14:creationId xmlns:p14="http://schemas.microsoft.com/office/powerpoint/2010/main" val="12840134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Minimalist Design by Slidesgo">
  <a:themeElements>
    <a:clrScheme name="Simple Light">
      <a:dk1>
        <a:srgbClr val="030303"/>
      </a:dk1>
      <a:lt1>
        <a:srgbClr val="FFFFFF"/>
      </a:lt1>
      <a:dk2>
        <a:srgbClr val="FFFFFF"/>
      </a:dk2>
      <a:lt2>
        <a:srgbClr val="FFFFFF"/>
      </a:lt2>
      <a:accent1>
        <a:srgbClr val="FFFFFF"/>
      </a:accent1>
      <a:accent2>
        <a:srgbClr val="FFFEFF"/>
      </a:accent2>
      <a:accent3>
        <a:srgbClr val="FFFFFF"/>
      </a:accent3>
      <a:accent4>
        <a:srgbClr val="FFFFFF"/>
      </a:accent4>
      <a:accent5>
        <a:srgbClr val="FFFFFF"/>
      </a:accent5>
      <a:accent6>
        <a:srgbClr val="FFFFFF"/>
      </a:accent6>
      <a:hlink>
        <a:srgbClr val="111111"/>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4.xml><?xml version="1.0" encoding="utf-8"?>
<a:theme xmlns:a="http://schemas.openxmlformats.org/drawingml/2006/main" name="1_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5.xml><?xml version="1.0" encoding="utf-8"?>
<a:theme xmlns:a="http://schemas.openxmlformats.org/drawingml/2006/main" name="2_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
  <TotalTime>167</TotalTime>
  <Words>544</Words>
  <Application>Microsoft Office PowerPoint</Application>
  <PresentationFormat>On-screen Show (16:9)</PresentationFormat>
  <Paragraphs>65</Paragraphs>
  <Slides>14</Slides>
  <Notes>0</Notes>
  <HiddenSlides>0</HiddenSlides>
  <MMClips>0</MMClips>
  <ScaleCrop>false</ScaleCrop>
  <HeadingPairs>
    <vt:vector size="6" baseType="variant">
      <vt:variant>
        <vt:lpstr>Fonts Used</vt:lpstr>
      </vt:variant>
      <vt:variant>
        <vt:i4>9</vt:i4>
      </vt:variant>
      <vt:variant>
        <vt:lpstr>Theme</vt:lpstr>
      </vt:variant>
      <vt:variant>
        <vt:i4>5</vt:i4>
      </vt:variant>
      <vt:variant>
        <vt:lpstr>Slide Titles</vt:lpstr>
      </vt:variant>
      <vt:variant>
        <vt:i4>14</vt:i4>
      </vt:variant>
    </vt:vector>
  </HeadingPairs>
  <TitlesOfParts>
    <vt:vector size="28" baseType="lpstr">
      <vt:lpstr>Arial</vt:lpstr>
      <vt:lpstr>Gill Sans MT</vt:lpstr>
      <vt:lpstr>IBM Plex Sans</vt:lpstr>
      <vt:lpstr>IBM Plex Serif</vt:lpstr>
      <vt:lpstr>OpenSymbol</vt:lpstr>
      <vt:lpstr>PT Sans</vt:lpstr>
      <vt:lpstr>Symbol</vt:lpstr>
      <vt:lpstr>Syncopate</vt:lpstr>
      <vt:lpstr>Wingdings</vt:lpstr>
      <vt:lpstr>Minimalist Design by Slidesgo</vt:lpstr>
      <vt:lpstr>Minimalist Design by Slidesgo</vt:lpstr>
      <vt:lpstr>Gallery</vt:lpstr>
      <vt:lpstr>1_Gallery</vt:lpstr>
      <vt:lpstr>2_Gallery</vt:lpstr>
      <vt:lpstr>PowerPoint Presentation</vt:lpstr>
      <vt:lpstr>INTRODUCTION</vt:lpstr>
      <vt:lpstr>PROBLEM STATEMENT</vt:lpstr>
      <vt:lpstr>PowerPoint Presentation</vt:lpstr>
      <vt:lpstr>PowerPoint Presentation</vt:lpstr>
      <vt:lpstr>WORK BREAKDOWN</vt:lpstr>
      <vt:lpstr>Feasibility Study</vt:lpstr>
      <vt:lpstr>PowerPoint Presentation</vt:lpstr>
      <vt:lpstr>Flowchart</vt:lpstr>
      <vt:lpstr>ALGORITM</vt:lpstr>
      <vt:lpstr>PowerPoint Presentation</vt:lpstr>
      <vt:lpstr>USE CASE DIAGRAM</vt:lpstr>
      <vt:lpstr>ER DIAGRAM</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Acer</dc:creator>
  <cp:lastModifiedBy>prashant ghimire</cp:lastModifiedBy>
  <cp:revision>8</cp:revision>
  <dcterms:modified xsi:type="dcterms:W3CDTF">2025-04-06T01:24:19Z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2025-04-04T16:10:36Z</dcterms:created>
  <dc:creator>Unknown Creator</dc:creator>
  <dc:description/>
  <dc:language>en-US</dc:language>
  <cp:lastModifiedBy>Unknown Creator</cp:lastModifiedBy>
  <dcterms:modified xsi:type="dcterms:W3CDTF">2025-04-04T16:10:36Z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24</vt:r8>
  </property>
</Properties>
</file>